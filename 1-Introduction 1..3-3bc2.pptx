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25" r:id="rId1"/>
  </p:sldMasterIdLst>
  <p:notesMasterIdLst>
    <p:notesMasterId r:id="rId87"/>
  </p:notesMasterIdLst>
  <p:handoutMasterIdLst>
    <p:handoutMasterId r:id="rId88"/>
  </p:handoutMasterIdLst>
  <p:sldIdLst>
    <p:sldId id="392" r:id="rId2"/>
    <p:sldId id="391" r:id="rId3"/>
    <p:sldId id="256" r:id="rId4"/>
    <p:sldId id="347" r:id="rId5"/>
    <p:sldId id="346" r:id="rId6"/>
    <p:sldId id="345" r:id="rId7"/>
    <p:sldId id="344" r:id="rId8"/>
    <p:sldId id="343" r:id="rId9"/>
    <p:sldId id="342" r:id="rId10"/>
    <p:sldId id="341" r:id="rId11"/>
    <p:sldId id="340" r:id="rId12"/>
    <p:sldId id="339" r:id="rId13"/>
    <p:sldId id="338" r:id="rId14"/>
    <p:sldId id="337" r:id="rId15"/>
    <p:sldId id="336" r:id="rId16"/>
    <p:sldId id="335" r:id="rId17"/>
    <p:sldId id="334" r:id="rId18"/>
    <p:sldId id="333" r:id="rId19"/>
    <p:sldId id="332" r:id="rId20"/>
    <p:sldId id="331" r:id="rId21"/>
    <p:sldId id="330" r:id="rId22"/>
    <p:sldId id="329" r:id="rId23"/>
    <p:sldId id="328" r:id="rId24"/>
    <p:sldId id="327" r:id="rId25"/>
    <p:sldId id="326" r:id="rId26"/>
    <p:sldId id="325" r:id="rId27"/>
    <p:sldId id="324" r:id="rId28"/>
    <p:sldId id="323" r:id="rId29"/>
    <p:sldId id="322" r:id="rId30"/>
    <p:sldId id="321" r:id="rId31"/>
    <p:sldId id="320" r:id="rId32"/>
    <p:sldId id="319" r:id="rId33"/>
    <p:sldId id="318" r:id="rId34"/>
    <p:sldId id="317" r:id="rId35"/>
    <p:sldId id="316" r:id="rId36"/>
    <p:sldId id="315" r:id="rId37"/>
    <p:sldId id="314" r:id="rId38"/>
    <p:sldId id="313" r:id="rId39"/>
    <p:sldId id="312" r:id="rId40"/>
    <p:sldId id="311" r:id="rId41"/>
    <p:sldId id="310" r:id="rId42"/>
    <p:sldId id="309" r:id="rId43"/>
    <p:sldId id="308" r:id="rId44"/>
    <p:sldId id="307" r:id="rId45"/>
    <p:sldId id="390" r:id="rId46"/>
    <p:sldId id="389" r:id="rId47"/>
    <p:sldId id="388" r:id="rId48"/>
    <p:sldId id="387" r:id="rId49"/>
    <p:sldId id="386" r:id="rId50"/>
    <p:sldId id="385" r:id="rId51"/>
    <p:sldId id="384" r:id="rId52"/>
    <p:sldId id="383" r:id="rId53"/>
    <p:sldId id="382" r:id="rId54"/>
    <p:sldId id="381" r:id="rId55"/>
    <p:sldId id="380" r:id="rId56"/>
    <p:sldId id="379" r:id="rId57"/>
    <p:sldId id="378" r:id="rId58"/>
    <p:sldId id="377" r:id="rId59"/>
    <p:sldId id="376" r:id="rId60"/>
    <p:sldId id="375" r:id="rId61"/>
    <p:sldId id="374" r:id="rId62"/>
    <p:sldId id="373" r:id="rId63"/>
    <p:sldId id="372" r:id="rId64"/>
    <p:sldId id="371" r:id="rId65"/>
    <p:sldId id="370" r:id="rId66"/>
    <p:sldId id="369" r:id="rId67"/>
    <p:sldId id="368" r:id="rId68"/>
    <p:sldId id="367" r:id="rId69"/>
    <p:sldId id="366" r:id="rId70"/>
    <p:sldId id="365" r:id="rId71"/>
    <p:sldId id="364" r:id="rId72"/>
    <p:sldId id="363" r:id="rId73"/>
    <p:sldId id="362" r:id="rId74"/>
    <p:sldId id="361" r:id="rId75"/>
    <p:sldId id="360" r:id="rId76"/>
    <p:sldId id="359" r:id="rId77"/>
    <p:sldId id="358" r:id="rId78"/>
    <p:sldId id="357" r:id="rId79"/>
    <p:sldId id="356" r:id="rId80"/>
    <p:sldId id="355" r:id="rId81"/>
    <p:sldId id="354" r:id="rId82"/>
    <p:sldId id="353" r:id="rId83"/>
    <p:sldId id="352" r:id="rId84"/>
    <p:sldId id="351" r:id="rId85"/>
    <p:sldId id="350" r:id="rId86"/>
  </p:sldIdLst>
  <p:sldSz cx="9144000" cy="6858000" type="screen4x3"/>
  <p:notesSz cx="7099300" cy="102346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1A4F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83277" autoAdjust="0"/>
  </p:normalViewPr>
  <p:slideViewPr>
    <p:cSldViewPr>
      <p:cViewPr varScale="1">
        <p:scale>
          <a:sx n="79" d="100"/>
          <a:sy n="79" d="100"/>
        </p:scale>
        <p:origin x="878" y="-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viewProps" Target="viewProp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handoutMaster" Target="handoutMasters/handoutMaster1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notesMaster" Target="notesMasters/notes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9188FF4-88FF-44D8-9471-06DA56A88D3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B3E126-D31B-4CF9-BD4E-EADD760D90B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fld id="{52208AC1-A2DA-4D60-9B6A-7388D9AD4A50}" type="datetimeFigureOut">
              <a:rPr lang="en-US"/>
              <a:pPr>
                <a:defRPr/>
              </a:pPr>
              <a:t>4/11/2026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972CE8-A42B-4738-B9C2-596C9CD5D9B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00E990-930F-4CA8-8B43-2F2578B3158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19559EA3-85C7-4779-ACC3-3AC73BB9175A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08A6641-650F-4779-A0B2-6EEB5D2D46F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494F64-723C-4AA9-9091-E7354FE4641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F7CF92AC-AA45-483E-A7E6-E645816EC7C0}" type="datetimeFigureOut">
              <a:rPr lang="en-US"/>
              <a:pPr>
                <a:defRPr/>
              </a:pPr>
              <a:t>4/11/2026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9AEFF2A-5483-413C-81CA-5105319F2B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3876A36-6149-4DCE-BDB5-414C2EAB62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B37B83-BE3F-4659-B489-697155F81D9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68ACC8-B1F9-4363-A240-8ADEA45596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356EEE-95EF-492F-832D-832AD2319D8F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5">
            <a:extLst>
              <a:ext uri="{FF2B5EF4-FFF2-40B4-BE49-F238E27FC236}">
                <a16:creationId xmlns:a16="http://schemas.microsoft.com/office/drawing/2014/main" id="{FB78A08A-A5D7-4717-8502-94573DB47532}"/>
              </a:ext>
            </a:extLst>
          </p:cNvPr>
          <p:cNvSpPr/>
          <p:nvPr/>
        </p:nvSpPr>
        <p:spPr>
          <a:xfrm>
            <a:off x="228600" y="228600"/>
            <a:ext cx="8696325" cy="6035675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3B8445-FD7F-2FA9-3190-2E07D2E0BBE2}"/>
              </a:ext>
            </a:extLst>
          </p:cNvPr>
          <p:cNvSpPr txBox="1"/>
          <p:nvPr userDrawn="1"/>
        </p:nvSpPr>
        <p:spPr>
          <a:xfrm>
            <a:off x="8244408" y="228600"/>
            <a:ext cx="7464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FF00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</a:t>
            </a:r>
            <a:endParaRPr 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0148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689C7B-450C-8838-50B7-D04BF7BC667E}"/>
              </a:ext>
            </a:extLst>
          </p:cNvPr>
          <p:cNvSpPr txBox="1"/>
          <p:nvPr userDrawn="1"/>
        </p:nvSpPr>
        <p:spPr>
          <a:xfrm>
            <a:off x="8244408" y="228600"/>
            <a:ext cx="7464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FF00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</a:t>
            </a:r>
            <a:endParaRPr 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4999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5">
            <a:extLst>
              <a:ext uri="{FF2B5EF4-FFF2-40B4-BE49-F238E27FC236}">
                <a16:creationId xmlns:a16="http://schemas.microsoft.com/office/drawing/2014/main" id="{55473638-C97B-462C-B5C8-179D6AB2DFB4}"/>
              </a:ext>
            </a:extLst>
          </p:cNvPr>
          <p:cNvSpPr/>
          <p:nvPr/>
        </p:nvSpPr>
        <p:spPr>
          <a:xfrm>
            <a:off x="228600" y="228600"/>
            <a:ext cx="8696325" cy="473710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Freeform 14">
            <a:extLst>
              <a:ext uri="{FF2B5EF4-FFF2-40B4-BE49-F238E27FC236}">
                <a16:creationId xmlns:a16="http://schemas.microsoft.com/office/drawing/2014/main" id="{B77C5D52-1CED-4B59-A2DE-63D854CAED8D}"/>
              </a:ext>
            </a:extLst>
          </p:cNvPr>
          <p:cNvSpPr>
            <a:spLocks/>
          </p:cNvSpPr>
          <p:nvPr/>
        </p:nvSpPr>
        <p:spPr bwMode="hidden">
          <a:xfrm>
            <a:off x="6046788" y="4203700"/>
            <a:ext cx="2876550" cy="714375"/>
          </a:xfrm>
          <a:custGeom>
            <a:avLst/>
            <a:gdLst>
              <a:gd name="T0" fmla="*/ 2870172 w 2706"/>
              <a:gd name="T1" fmla="*/ 0 h 640"/>
              <a:gd name="T2" fmla="*/ 2870172 w 2706"/>
              <a:gd name="T3" fmla="*/ 0 h 640"/>
              <a:gd name="T4" fmla="*/ 2748987 w 2706"/>
              <a:gd name="T5" fmla="*/ 20092 h 640"/>
              <a:gd name="T6" fmla="*/ 2625676 w 2706"/>
              <a:gd name="T7" fmla="*/ 42416 h 640"/>
              <a:gd name="T8" fmla="*/ 2500239 w 2706"/>
              <a:gd name="T9" fmla="*/ 66973 h 640"/>
              <a:gd name="T10" fmla="*/ 2370549 w 2706"/>
              <a:gd name="T11" fmla="*/ 91529 h 640"/>
              <a:gd name="T12" fmla="*/ 2238734 w 2706"/>
              <a:gd name="T13" fmla="*/ 120551 h 640"/>
              <a:gd name="T14" fmla="*/ 2102667 w 2706"/>
              <a:gd name="T15" fmla="*/ 149572 h 640"/>
              <a:gd name="T16" fmla="*/ 1964473 w 2706"/>
              <a:gd name="T17" fmla="*/ 183059 h 640"/>
              <a:gd name="T18" fmla="*/ 1822028 w 2706"/>
              <a:gd name="T19" fmla="*/ 216545 h 640"/>
              <a:gd name="T20" fmla="*/ 1822028 w 2706"/>
              <a:gd name="T21" fmla="*/ 216545 h 640"/>
              <a:gd name="T22" fmla="*/ 1564775 w 2706"/>
              <a:gd name="T23" fmla="*/ 281285 h 640"/>
              <a:gd name="T24" fmla="*/ 1313901 w 2706"/>
              <a:gd name="T25" fmla="*/ 339328 h 640"/>
              <a:gd name="T26" fmla="*/ 1073657 w 2706"/>
              <a:gd name="T27" fmla="*/ 392906 h 640"/>
              <a:gd name="T28" fmla="*/ 841917 w 2706"/>
              <a:gd name="T29" fmla="*/ 444252 h 640"/>
              <a:gd name="T30" fmla="*/ 620808 w 2706"/>
              <a:gd name="T31" fmla="*/ 488900 h 640"/>
              <a:gd name="T32" fmla="*/ 406076 w 2706"/>
              <a:gd name="T33" fmla="*/ 529084 h 640"/>
              <a:gd name="T34" fmla="*/ 199849 w 2706"/>
              <a:gd name="T35" fmla="*/ 567035 h 640"/>
              <a:gd name="T36" fmla="*/ 0 w 2706"/>
              <a:gd name="T37" fmla="*/ 600521 h 640"/>
              <a:gd name="T38" fmla="*/ 0 w 2706"/>
              <a:gd name="T39" fmla="*/ 600521 h 640"/>
              <a:gd name="T40" fmla="*/ 138193 w 2706"/>
              <a:gd name="T41" fmla="*/ 620613 h 640"/>
              <a:gd name="T42" fmla="*/ 270009 w 2706"/>
              <a:gd name="T43" fmla="*/ 638473 h 640"/>
              <a:gd name="T44" fmla="*/ 397572 w 2706"/>
              <a:gd name="T45" fmla="*/ 654100 h 640"/>
              <a:gd name="T46" fmla="*/ 523009 w 2706"/>
              <a:gd name="T47" fmla="*/ 667494 h 640"/>
              <a:gd name="T48" fmla="*/ 644194 w 2706"/>
              <a:gd name="T49" fmla="*/ 680889 h 640"/>
              <a:gd name="T50" fmla="*/ 761127 w 2706"/>
              <a:gd name="T51" fmla="*/ 689818 h 640"/>
              <a:gd name="T52" fmla="*/ 873808 w 2706"/>
              <a:gd name="T53" fmla="*/ 698748 h 640"/>
              <a:gd name="T54" fmla="*/ 984363 w 2706"/>
              <a:gd name="T55" fmla="*/ 705445 h 640"/>
              <a:gd name="T56" fmla="*/ 1092791 w 2706"/>
              <a:gd name="T57" fmla="*/ 709910 h 640"/>
              <a:gd name="T58" fmla="*/ 1196968 w 2706"/>
              <a:gd name="T59" fmla="*/ 712143 h 640"/>
              <a:gd name="T60" fmla="*/ 1296892 w 2706"/>
              <a:gd name="T61" fmla="*/ 714375 h 640"/>
              <a:gd name="T62" fmla="*/ 1394691 w 2706"/>
              <a:gd name="T63" fmla="*/ 714375 h 640"/>
              <a:gd name="T64" fmla="*/ 1490363 w 2706"/>
              <a:gd name="T65" fmla="*/ 712143 h 640"/>
              <a:gd name="T66" fmla="*/ 1583910 w 2706"/>
              <a:gd name="T67" fmla="*/ 709910 h 640"/>
              <a:gd name="T68" fmla="*/ 1673204 w 2706"/>
              <a:gd name="T69" fmla="*/ 705445 h 640"/>
              <a:gd name="T70" fmla="*/ 1760372 w 2706"/>
              <a:gd name="T71" fmla="*/ 698748 h 640"/>
              <a:gd name="T72" fmla="*/ 1843288 w 2706"/>
              <a:gd name="T73" fmla="*/ 692051 h 640"/>
              <a:gd name="T74" fmla="*/ 1926204 w 2706"/>
              <a:gd name="T75" fmla="*/ 683121 h 640"/>
              <a:gd name="T76" fmla="*/ 2004868 w 2706"/>
              <a:gd name="T77" fmla="*/ 671959 h 640"/>
              <a:gd name="T78" fmla="*/ 2083532 w 2706"/>
              <a:gd name="T79" fmla="*/ 660797 h 640"/>
              <a:gd name="T80" fmla="*/ 2157944 w 2706"/>
              <a:gd name="T81" fmla="*/ 647402 h 640"/>
              <a:gd name="T82" fmla="*/ 2232356 w 2706"/>
              <a:gd name="T83" fmla="*/ 634008 h 640"/>
              <a:gd name="T84" fmla="*/ 2302516 w 2706"/>
              <a:gd name="T85" fmla="*/ 618381 h 640"/>
              <a:gd name="T86" fmla="*/ 2372675 w 2706"/>
              <a:gd name="T87" fmla="*/ 602754 h 640"/>
              <a:gd name="T88" fmla="*/ 2440709 w 2706"/>
              <a:gd name="T89" fmla="*/ 584895 h 640"/>
              <a:gd name="T90" fmla="*/ 2506617 w 2706"/>
              <a:gd name="T91" fmla="*/ 567035 h 640"/>
              <a:gd name="T92" fmla="*/ 2570398 w 2706"/>
              <a:gd name="T93" fmla="*/ 546943 h 640"/>
              <a:gd name="T94" fmla="*/ 2634180 w 2706"/>
              <a:gd name="T95" fmla="*/ 526852 h 640"/>
              <a:gd name="T96" fmla="*/ 2755365 w 2706"/>
              <a:gd name="T97" fmla="*/ 482203 h 640"/>
              <a:gd name="T98" fmla="*/ 2872298 w 2706"/>
              <a:gd name="T99" fmla="*/ 435322 h 640"/>
              <a:gd name="T100" fmla="*/ 2872298 w 2706"/>
              <a:gd name="T101" fmla="*/ 435322 h 640"/>
              <a:gd name="T102" fmla="*/ 2876550 w 2706"/>
              <a:gd name="T103" fmla="*/ 433090 h 640"/>
              <a:gd name="T104" fmla="*/ 2876550 w 2706"/>
              <a:gd name="T105" fmla="*/ 433090 h 640"/>
              <a:gd name="T106" fmla="*/ 2876550 w 2706"/>
              <a:gd name="T107" fmla="*/ 0 h 640"/>
              <a:gd name="T108" fmla="*/ 2876550 w 2706"/>
              <a:gd name="T109" fmla="*/ 0 h 640"/>
              <a:gd name="T110" fmla="*/ 2870172 w 2706"/>
              <a:gd name="T111" fmla="*/ 0 h 640"/>
              <a:gd name="T112" fmla="*/ 2870172 w 2706"/>
              <a:gd name="T113" fmla="*/ 0 h 640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</a:gdLst>
            <a:ahLst/>
            <a:cxnLst>
              <a:cxn ang="T114">
                <a:pos x="T0" y="T1"/>
              </a:cxn>
              <a:cxn ang="T115">
                <a:pos x="T2" y="T3"/>
              </a:cxn>
              <a:cxn ang="T116">
                <a:pos x="T4" y="T5"/>
              </a:cxn>
              <a:cxn ang="T117">
                <a:pos x="T6" y="T7"/>
              </a:cxn>
              <a:cxn ang="T118">
                <a:pos x="T8" y="T9"/>
              </a:cxn>
              <a:cxn ang="T119">
                <a:pos x="T10" y="T11"/>
              </a:cxn>
              <a:cxn ang="T120">
                <a:pos x="T12" y="T13"/>
              </a:cxn>
              <a:cxn ang="T121">
                <a:pos x="T14" y="T15"/>
              </a:cxn>
              <a:cxn ang="T122">
                <a:pos x="T16" y="T17"/>
              </a:cxn>
              <a:cxn ang="T123">
                <a:pos x="T18" y="T19"/>
              </a:cxn>
              <a:cxn ang="T124">
                <a:pos x="T20" y="T21"/>
              </a:cxn>
              <a:cxn ang="T125">
                <a:pos x="T22" y="T23"/>
              </a:cxn>
              <a:cxn ang="T126">
                <a:pos x="T24" y="T25"/>
              </a:cxn>
              <a:cxn ang="T127">
                <a:pos x="T26" y="T27"/>
              </a:cxn>
              <a:cxn ang="T128">
                <a:pos x="T28" y="T29"/>
              </a:cxn>
              <a:cxn ang="T129">
                <a:pos x="T30" y="T31"/>
              </a:cxn>
              <a:cxn ang="T130">
                <a:pos x="T32" y="T33"/>
              </a:cxn>
              <a:cxn ang="T131">
                <a:pos x="T34" y="T35"/>
              </a:cxn>
              <a:cxn ang="T132">
                <a:pos x="T36" y="T37"/>
              </a:cxn>
              <a:cxn ang="T133">
                <a:pos x="T38" y="T39"/>
              </a:cxn>
              <a:cxn ang="T134">
                <a:pos x="T40" y="T41"/>
              </a:cxn>
              <a:cxn ang="T135">
                <a:pos x="T42" y="T43"/>
              </a:cxn>
              <a:cxn ang="T136">
                <a:pos x="T44" y="T45"/>
              </a:cxn>
              <a:cxn ang="T137">
                <a:pos x="T46" y="T47"/>
              </a:cxn>
              <a:cxn ang="T138">
                <a:pos x="T48" y="T49"/>
              </a:cxn>
              <a:cxn ang="T139">
                <a:pos x="T50" y="T51"/>
              </a:cxn>
              <a:cxn ang="T140">
                <a:pos x="T52" y="T53"/>
              </a:cxn>
              <a:cxn ang="T141">
                <a:pos x="T54" y="T55"/>
              </a:cxn>
              <a:cxn ang="T142">
                <a:pos x="T56" y="T57"/>
              </a:cxn>
              <a:cxn ang="T143">
                <a:pos x="T58" y="T59"/>
              </a:cxn>
              <a:cxn ang="T144">
                <a:pos x="T60" y="T61"/>
              </a:cxn>
              <a:cxn ang="T145">
                <a:pos x="T62" y="T63"/>
              </a:cxn>
              <a:cxn ang="T146">
                <a:pos x="T64" y="T65"/>
              </a:cxn>
              <a:cxn ang="T147">
                <a:pos x="T66" y="T67"/>
              </a:cxn>
              <a:cxn ang="T148">
                <a:pos x="T68" y="T69"/>
              </a:cxn>
              <a:cxn ang="T149">
                <a:pos x="T70" y="T71"/>
              </a:cxn>
              <a:cxn ang="T150">
                <a:pos x="T72" y="T73"/>
              </a:cxn>
              <a:cxn ang="T151">
                <a:pos x="T74" y="T75"/>
              </a:cxn>
              <a:cxn ang="T152">
                <a:pos x="T76" y="T77"/>
              </a:cxn>
              <a:cxn ang="T153">
                <a:pos x="T78" y="T79"/>
              </a:cxn>
              <a:cxn ang="T154">
                <a:pos x="T80" y="T81"/>
              </a:cxn>
              <a:cxn ang="T155">
                <a:pos x="T82" y="T83"/>
              </a:cxn>
              <a:cxn ang="T156">
                <a:pos x="T84" y="T85"/>
              </a:cxn>
              <a:cxn ang="T157">
                <a:pos x="T86" y="T87"/>
              </a:cxn>
              <a:cxn ang="T158">
                <a:pos x="T88" y="T89"/>
              </a:cxn>
              <a:cxn ang="T159">
                <a:pos x="T90" y="T91"/>
              </a:cxn>
              <a:cxn ang="T160">
                <a:pos x="T92" y="T93"/>
              </a:cxn>
              <a:cxn ang="T161">
                <a:pos x="T94" y="T95"/>
              </a:cxn>
              <a:cxn ang="T162">
                <a:pos x="T96" y="T97"/>
              </a:cxn>
              <a:cxn ang="T163">
                <a:pos x="T98" y="T99"/>
              </a:cxn>
              <a:cxn ang="T164">
                <a:pos x="T100" y="T101"/>
              </a:cxn>
              <a:cxn ang="T165">
                <a:pos x="T102" y="T103"/>
              </a:cxn>
              <a:cxn ang="T166">
                <a:pos x="T104" y="T105"/>
              </a:cxn>
              <a:cxn ang="T167">
                <a:pos x="T106" y="T107"/>
              </a:cxn>
              <a:cxn ang="T168">
                <a:pos x="T108" y="T109"/>
              </a:cxn>
              <a:cxn ang="T169">
                <a:pos x="T110" y="T111"/>
              </a:cxn>
              <a:cxn ang="T170">
                <a:pos x="T112" y="T113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6" y="388"/>
                </a:lnTo>
                <a:lnTo>
                  <a:pt x="2706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19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Freeform 18">
            <a:extLst>
              <a:ext uri="{FF2B5EF4-FFF2-40B4-BE49-F238E27FC236}">
                <a16:creationId xmlns:a16="http://schemas.microsoft.com/office/drawing/2014/main" id="{06A3A561-A9C1-4D69-997A-5611F717A9DF}"/>
              </a:ext>
            </a:extLst>
          </p:cNvPr>
          <p:cNvSpPr>
            <a:spLocks/>
          </p:cNvSpPr>
          <p:nvPr/>
        </p:nvSpPr>
        <p:spPr bwMode="hidden">
          <a:xfrm>
            <a:off x="2619375" y="4075113"/>
            <a:ext cx="5545138" cy="850900"/>
          </a:xfrm>
          <a:custGeom>
            <a:avLst/>
            <a:gdLst>
              <a:gd name="T0" fmla="*/ 5545138 w 5216"/>
              <a:gd name="T1" fmla="*/ 797300 h 762"/>
              <a:gd name="T2" fmla="*/ 5298498 w 5216"/>
              <a:gd name="T3" fmla="*/ 766033 h 762"/>
              <a:gd name="T4" fmla="*/ 4760569 w 5216"/>
              <a:gd name="T5" fmla="*/ 681167 h 762"/>
              <a:gd name="T6" fmla="*/ 4160980 w 5216"/>
              <a:gd name="T7" fmla="*/ 567267 h 762"/>
              <a:gd name="T8" fmla="*/ 3493352 w 5216"/>
              <a:gd name="T9" fmla="*/ 417633 h 762"/>
              <a:gd name="T10" fmla="*/ 3131897 w 5216"/>
              <a:gd name="T11" fmla="*/ 330533 h 762"/>
              <a:gd name="T12" fmla="*/ 2851239 w 5216"/>
              <a:gd name="T13" fmla="*/ 263533 h 762"/>
              <a:gd name="T14" fmla="*/ 2583337 w 5216"/>
              <a:gd name="T15" fmla="*/ 205467 h 762"/>
              <a:gd name="T16" fmla="*/ 2328193 w 5216"/>
              <a:gd name="T17" fmla="*/ 156333 h 762"/>
              <a:gd name="T18" fmla="*/ 2083679 w 5216"/>
              <a:gd name="T19" fmla="*/ 113900 h 762"/>
              <a:gd name="T20" fmla="*/ 1849797 w 5216"/>
              <a:gd name="T21" fmla="*/ 80400 h 762"/>
              <a:gd name="T22" fmla="*/ 1418178 w 5216"/>
              <a:gd name="T23" fmla="*/ 31267 h 762"/>
              <a:gd name="T24" fmla="*/ 1031209 w 5216"/>
              <a:gd name="T25" fmla="*/ 4467 h 762"/>
              <a:gd name="T26" fmla="*/ 684637 w 5216"/>
              <a:gd name="T27" fmla="*/ 0 h 762"/>
              <a:gd name="T28" fmla="*/ 380590 w 5216"/>
              <a:gd name="T29" fmla="*/ 11167 h 762"/>
              <a:gd name="T30" fmla="*/ 116941 w 5216"/>
              <a:gd name="T31" fmla="*/ 35733 h 762"/>
              <a:gd name="T32" fmla="*/ 0 w 5216"/>
              <a:gd name="T33" fmla="*/ 53600 h 762"/>
              <a:gd name="T34" fmla="*/ 333814 w 5216"/>
              <a:gd name="T35" fmla="*/ 96033 h 762"/>
              <a:gd name="T36" fmla="*/ 693142 w 5216"/>
              <a:gd name="T37" fmla="*/ 156333 h 762"/>
              <a:gd name="T38" fmla="*/ 1077985 w 5216"/>
              <a:gd name="T39" fmla="*/ 234500 h 762"/>
              <a:gd name="T40" fmla="*/ 1490468 w 5216"/>
              <a:gd name="T41" fmla="*/ 330533 h 762"/>
              <a:gd name="T42" fmla="*/ 1866806 w 5216"/>
              <a:gd name="T43" fmla="*/ 422100 h 762"/>
              <a:gd name="T44" fmla="*/ 2559949 w 5216"/>
              <a:gd name="T45" fmla="*/ 576200 h 762"/>
              <a:gd name="T46" fmla="*/ 2878879 w 5216"/>
              <a:gd name="T47" fmla="*/ 638733 h 762"/>
              <a:gd name="T48" fmla="*/ 3180800 w 5216"/>
              <a:gd name="T49" fmla="*/ 692333 h 762"/>
              <a:gd name="T50" fmla="*/ 3465711 w 5216"/>
              <a:gd name="T51" fmla="*/ 739233 h 762"/>
              <a:gd name="T52" fmla="*/ 3733613 w 5216"/>
              <a:gd name="T53" fmla="*/ 774967 h 762"/>
              <a:gd name="T54" fmla="*/ 3986631 w 5216"/>
              <a:gd name="T55" fmla="*/ 806233 h 762"/>
              <a:gd name="T56" fmla="*/ 4224766 w 5216"/>
              <a:gd name="T57" fmla="*/ 826333 h 762"/>
              <a:gd name="T58" fmla="*/ 4448017 w 5216"/>
              <a:gd name="T59" fmla="*/ 841967 h 762"/>
              <a:gd name="T60" fmla="*/ 4660637 w 5216"/>
              <a:gd name="T61" fmla="*/ 850900 h 762"/>
              <a:gd name="T62" fmla="*/ 4858374 w 5216"/>
              <a:gd name="T63" fmla="*/ 850900 h 762"/>
              <a:gd name="T64" fmla="*/ 5045480 w 5216"/>
              <a:gd name="T65" fmla="*/ 846433 h 762"/>
              <a:gd name="T66" fmla="*/ 5221955 w 5216"/>
              <a:gd name="T67" fmla="*/ 835267 h 762"/>
              <a:gd name="T68" fmla="*/ 5387799 w 5216"/>
              <a:gd name="T69" fmla="*/ 817400 h 762"/>
              <a:gd name="T70" fmla="*/ 5545138 w 5216"/>
              <a:gd name="T71" fmla="*/ 797300 h 762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39999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Freeform 22">
            <a:extLst>
              <a:ext uri="{FF2B5EF4-FFF2-40B4-BE49-F238E27FC236}">
                <a16:creationId xmlns:a16="http://schemas.microsoft.com/office/drawing/2014/main" id="{44247E17-5656-43F6-9717-7AF3571B04F0}"/>
              </a:ext>
            </a:extLst>
          </p:cNvPr>
          <p:cNvSpPr>
            <a:spLocks/>
          </p:cNvSpPr>
          <p:nvPr/>
        </p:nvSpPr>
        <p:spPr bwMode="hidden">
          <a:xfrm>
            <a:off x="2828925" y="4087813"/>
            <a:ext cx="5467350" cy="774700"/>
          </a:xfrm>
          <a:custGeom>
            <a:avLst/>
            <a:gdLst>
              <a:gd name="T0" fmla="*/ 0 w 5144"/>
              <a:gd name="T1" fmla="*/ 78140 h 694"/>
              <a:gd name="T2" fmla="*/ 0 w 5144"/>
              <a:gd name="T3" fmla="*/ 78140 h 694"/>
              <a:gd name="T4" fmla="*/ 19131 w 5144"/>
              <a:gd name="T5" fmla="*/ 73675 h 694"/>
              <a:gd name="T6" fmla="*/ 76526 w 5144"/>
              <a:gd name="T7" fmla="*/ 62512 h 694"/>
              <a:gd name="T8" fmla="*/ 174309 w 5144"/>
              <a:gd name="T9" fmla="*/ 46884 h 694"/>
              <a:gd name="T10" fmla="*/ 238081 w 5144"/>
              <a:gd name="T11" fmla="*/ 37954 h 694"/>
              <a:gd name="T12" fmla="*/ 312481 w 5144"/>
              <a:gd name="T13" fmla="*/ 29023 h 694"/>
              <a:gd name="T14" fmla="*/ 395384 w 5144"/>
              <a:gd name="T15" fmla="*/ 22326 h 694"/>
              <a:gd name="T16" fmla="*/ 491041 w 5144"/>
              <a:gd name="T17" fmla="*/ 15628 h 694"/>
              <a:gd name="T18" fmla="*/ 595201 w 5144"/>
              <a:gd name="T19" fmla="*/ 8930 h 694"/>
              <a:gd name="T20" fmla="*/ 712116 w 5144"/>
              <a:gd name="T21" fmla="*/ 4465 h 694"/>
              <a:gd name="T22" fmla="*/ 839659 w 5144"/>
              <a:gd name="T23" fmla="*/ 2233 h 694"/>
              <a:gd name="T24" fmla="*/ 977831 w 5144"/>
              <a:gd name="T25" fmla="*/ 0 h 694"/>
              <a:gd name="T26" fmla="*/ 1126631 w 5144"/>
              <a:gd name="T27" fmla="*/ 2233 h 694"/>
              <a:gd name="T28" fmla="*/ 1286060 w 5144"/>
              <a:gd name="T29" fmla="*/ 6698 h 694"/>
              <a:gd name="T30" fmla="*/ 1458243 w 5144"/>
              <a:gd name="T31" fmla="*/ 15628 h 694"/>
              <a:gd name="T32" fmla="*/ 1641055 w 5144"/>
              <a:gd name="T33" fmla="*/ 26791 h 694"/>
              <a:gd name="T34" fmla="*/ 1834496 w 5144"/>
              <a:gd name="T35" fmla="*/ 44651 h 694"/>
              <a:gd name="T36" fmla="*/ 2040691 w 5144"/>
              <a:gd name="T37" fmla="*/ 64744 h 694"/>
              <a:gd name="T38" fmla="*/ 2259640 w 5144"/>
              <a:gd name="T39" fmla="*/ 89303 h 694"/>
              <a:gd name="T40" fmla="*/ 2489217 w 5144"/>
              <a:gd name="T41" fmla="*/ 118326 h 694"/>
              <a:gd name="T42" fmla="*/ 2731549 w 5144"/>
              <a:gd name="T43" fmla="*/ 154047 h 694"/>
              <a:gd name="T44" fmla="*/ 2984510 w 5144"/>
              <a:gd name="T45" fmla="*/ 194233 h 694"/>
              <a:gd name="T46" fmla="*/ 3250225 w 5144"/>
              <a:gd name="T47" fmla="*/ 241117 h 694"/>
              <a:gd name="T48" fmla="*/ 3528694 w 5144"/>
              <a:gd name="T49" fmla="*/ 296931 h 694"/>
              <a:gd name="T50" fmla="*/ 3819918 w 5144"/>
              <a:gd name="T51" fmla="*/ 357210 h 694"/>
              <a:gd name="T52" fmla="*/ 4123895 w 5144"/>
              <a:gd name="T53" fmla="*/ 424187 h 694"/>
              <a:gd name="T54" fmla="*/ 4440628 w 5144"/>
              <a:gd name="T55" fmla="*/ 500095 h 694"/>
              <a:gd name="T56" fmla="*/ 4770114 w 5144"/>
              <a:gd name="T57" fmla="*/ 582699 h 694"/>
              <a:gd name="T58" fmla="*/ 5112355 w 5144"/>
              <a:gd name="T59" fmla="*/ 674235 h 694"/>
              <a:gd name="T60" fmla="*/ 5467350 w 5144"/>
              <a:gd name="T61" fmla="*/ 774700 h 694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</a:gdLst>
            <a:ahLst/>
            <a:cxnLst>
              <a:cxn ang="T62">
                <a:pos x="T0" y="T1"/>
              </a:cxn>
              <a:cxn ang="T63">
                <a:pos x="T2" y="T3"/>
              </a:cxn>
              <a:cxn ang="T64">
                <a:pos x="T4" y="T5"/>
              </a:cxn>
              <a:cxn ang="T65">
                <a:pos x="T6" y="T7"/>
              </a:cxn>
              <a:cxn ang="T66">
                <a:pos x="T8" y="T9"/>
              </a:cxn>
              <a:cxn ang="T67">
                <a:pos x="T10" y="T11"/>
              </a:cxn>
              <a:cxn ang="T68">
                <a:pos x="T12" y="T13"/>
              </a:cxn>
              <a:cxn ang="T69">
                <a:pos x="T14" y="T15"/>
              </a:cxn>
              <a:cxn ang="T70">
                <a:pos x="T16" y="T17"/>
              </a:cxn>
              <a:cxn ang="T71">
                <a:pos x="T18" y="T19"/>
              </a:cxn>
              <a:cxn ang="T72">
                <a:pos x="T20" y="T21"/>
              </a:cxn>
              <a:cxn ang="T73">
                <a:pos x="T22" y="T23"/>
              </a:cxn>
              <a:cxn ang="T74">
                <a:pos x="T24" y="T25"/>
              </a:cxn>
              <a:cxn ang="T75">
                <a:pos x="T26" y="T27"/>
              </a:cxn>
              <a:cxn ang="T76">
                <a:pos x="T28" y="T29"/>
              </a:cxn>
              <a:cxn ang="T77">
                <a:pos x="T30" y="T31"/>
              </a:cxn>
              <a:cxn ang="T78">
                <a:pos x="T32" y="T33"/>
              </a:cxn>
              <a:cxn ang="T79">
                <a:pos x="T34" y="T35"/>
              </a:cxn>
              <a:cxn ang="T80">
                <a:pos x="T36" y="T37"/>
              </a:cxn>
              <a:cxn ang="T81">
                <a:pos x="T38" y="T39"/>
              </a:cxn>
              <a:cxn ang="T82">
                <a:pos x="T40" y="T41"/>
              </a:cxn>
              <a:cxn ang="T83">
                <a:pos x="T42" y="T43"/>
              </a:cxn>
              <a:cxn ang="T84">
                <a:pos x="T44" y="T45"/>
              </a:cxn>
              <a:cxn ang="T85">
                <a:pos x="T46" y="T47"/>
              </a:cxn>
              <a:cxn ang="T86">
                <a:pos x="T48" y="T49"/>
              </a:cxn>
              <a:cxn ang="T87">
                <a:pos x="T50" y="T51"/>
              </a:cxn>
              <a:cxn ang="T88">
                <a:pos x="T52" y="T53"/>
              </a:cxn>
              <a:cxn ang="T89">
                <a:pos x="T54" y="T55"/>
              </a:cxn>
              <a:cxn ang="T90">
                <a:pos x="T56" y="T57"/>
              </a:cxn>
              <a:cxn ang="T91">
                <a:pos x="T58" y="T59"/>
              </a:cxn>
              <a:cxn ang="T92">
                <a:pos x="T60" y="T61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Freeform 26">
            <a:extLst>
              <a:ext uri="{FF2B5EF4-FFF2-40B4-BE49-F238E27FC236}">
                <a16:creationId xmlns:a16="http://schemas.microsoft.com/office/drawing/2014/main" id="{20186A23-338D-4669-A349-D4EC8A9601BA}"/>
              </a:ext>
            </a:extLst>
          </p:cNvPr>
          <p:cNvSpPr>
            <a:spLocks/>
          </p:cNvSpPr>
          <p:nvPr/>
        </p:nvSpPr>
        <p:spPr bwMode="hidden">
          <a:xfrm>
            <a:off x="5610225" y="4073525"/>
            <a:ext cx="3306763" cy="652463"/>
          </a:xfrm>
          <a:custGeom>
            <a:avLst/>
            <a:gdLst>
              <a:gd name="T0" fmla="*/ 0 w 3112"/>
              <a:gd name="T1" fmla="*/ 652463 h 584"/>
              <a:gd name="T2" fmla="*/ 0 w 3112"/>
              <a:gd name="T3" fmla="*/ 652463 h 584"/>
              <a:gd name="T4" fmla="*/ 95633 w 3112"/>
              <a:gd name="T5" fmla="*/ 625649 h 584"/>
              <a:gd name="T6" fmla="*/ 357028 w 3112"/>
              <a:gd name="T7" fmla="*/ 556381 h 584"/>
              <a:gd name="T8" fmla="*/ 537668 w 3112"/>
              <a:gd name="T9" fmla="*/ 509457 h 584"/>
              <a:gd name="T10" fmla="*/ 745934 w 3112"/>
              <a:gd name="T11" fmla="*/ 458065 h 584"/>
              <a:gd name="T12" fmla="*/ 977578 w 3112"/>
              <a:gd name="T13" fmla="*/ 402203 h 584"/>
              <a:gd name="T14" fmla="*/ 1226223 w 3112"/>
              <a:gd name="T15" fmla="*/ 341873 h 584"/>
              <a:gd name="T16" fmla="*/ 1489743 w 3112"/>
              <a:gd name="T17" fmla="*/ 283777 h 584"/>
              <a:gd name="T18" fmla="*/ 1759640 w 3112"/>
              <a:gd name="T19" fmla="*/ 225681 h 584"/>
              <a:gd name="T20" fmla="*/ 2035912 w 3112"/>
              <a:gd name="T21" fmla="*/ 172054 h 584"/>
              <a:gd name="T22" fmla="*/ 2310059 w 3112"/>
              <a:gd name="T23" fmla="*/ 120661 h 584"/>
              <a:gd name="T24" fmla="*/ 2446070 w 3112"/>
              <a:gd name="T25" fmla="*/ 98316 h 584"/>
              <a:gd name="T26" fmla="*/ 2577830 w 3112"/>
              <a:gd name="T27" fmla="*/ 75972 h 584"/>
              <a:gd name="T28" fmla="*/ 2709591 w 3112"/>
              <a:gd name="T29" fmla="*/ 58096 h 584"/>
              <a:gd name="T30" fmla="*/ 2837101 w 3112"/>
              <a:gd name="T31" fmla="*/ 40220 h 584"/>
              <a:gd name="T32" fmla="*/ 2962486 w 3112"/>
              <a:gd name="T33" fmla="*/ 26814 h 584"/>
              <a:gd name="T34" fmla="*/ 3081495 w 3112"/>
              <a:gd name="T35" fmla="*/ 15641 h 584"/>
              <a:gd name="T36" fmla="*/ 3196254 w 3112"/>
              <a:gd name="T37" fmla="*/ 6703 h 584"/>
              <a:gd name="T38" fmla="*/ 3306763 w 3112"/>
              <a:gd name="T39" fmla="*/ 0 h 584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9" name="Freeform 10">
            <a:extLst>
              <a:ext uri="{FF2B5EF4-FFF2-40B4-BE49-F238E27FC236}">
                <a16:creationId xmlns:a16="http://schemas.microsoft.com/office/drawing/2014/main" id="{7280F614-BD93-466B-A93A-8D3C93D4491D}"/>
              </a:ext>
            </a:extLst>
          </p:cNvPr>
          <p:cNvSpPr>
            <a:spLocks/>
          </p:cNvSpPr>
          <p:nvPr/>
        </p:nvSpPr>
        <p:spPr bwMode="hidden">
          <a:xfrm>
            <a:off x="211138" y="4059238"/>
            <a:ext cx="8723312" cy="1328737"/>
          </a:xfrm>
          <a:custGeom>
            <a:avLst/>
            <a:gdLst>
              <a:gd name="T0" fmla="*/ 8719055 w 8196"/>
              <a:gd name="T1" fmla="*/ 570733 h 1192"/>
              <a:gd name="T2" fmla="*/ 8557275 w 8196"/>
              <a:gd name="T3" fmla="*/ 635386 h 1192"/>
              <a:gd name="T4" fmla="*/ 8384853 w 8196"/>
              <a:gd name="T5" fmla="*/ 691122 h 1192"/>
              <a:gd name="T6" fmla="*/ 8201787 w 8196"/>
              <a:gd name="T7" fmla="*/ 742398 h 1192"/>
              <a:gd name="T8" fmla="*/ 8005948 w 8196"/>
              <a:gd name="T9" fmla="*/ 782528 h 1192"/>
              <a:gd name="T10" fmla="*/ 7793081 w 8196"/>
              <a:gd name="T11" fmla="*/ 813740 h 1192"/>
              <a:gd name="T12" fmla="*/ 7563184 w 8196"/>
              <a:gd name="T13" fmla="*/ 836034 h 1192"/>
              <a:gd name="T14" fmla="*/ 7314129 w 8196"/>
              <a:gd name="T15" fmla="*/ 849411 h 1192"/>
              <a:gd name="T16" fmla="*/ 7043787 w 8196"/>
              <a:gd name="T17" fmla="*/ 847181 h 1192"/>
              <a:gd name="T18" fmla="*/ 6750030 w 8196"/>
              <a:gd name="T19" fmla="*/ 836034 h 1192"/>
              <a:gd name="T20" fmla="*/ 6430729 w 8196"/>
              <a:gd name="T21" fmla="*/ 809281 h 1192"/>
              <a:gd name="T22" fmla="*/ 6083754 w 8196"/>
              <a:gd name="T23" fmla="*/ 769151 h 1192"/>
              <a:gd name="T24" fmla="*/ 5709108 w 8196"/>
              <a:gd name="T25" fmla="*/ 715645 h 1192"/>
              <a:gd name="T26" fmla="*/ 5302531 w 8196"/>
              <a:gd name="T27" fmla="*/ 644304 h 1192"/>
              <a:gd name="T28" fmla="*/ 4861895 w 8196"/>
              <a:gd name="T29" fmla="*/ 557356 h 1192"/>
              <a:gd name="T30" fmla="*/ 4387200 w 8196"/>
              <a:gd name="T31" fmla="*/ 452573 h 1192"/>
              <a:gd name="T32" fmla="*/ 3874189 w 8196"/>
              <a:gd name="T33" fmla="*/ 329955 h 1192"/>
              <a:gd name="T34" fmla="*/ 3614491 w 8196"/>
              <a:gd name="T35" fmla="*/ 267531 h 1192"/>
              <a:gd name="T36" fmla="*/ 3122767 w 8196"/>
              <a:gd name="T37" fmla="*/ 164977 h 1192"/>
              <a:gd name="T38" fmla="*/ 2673616 w 8196"/>
              <a:gd name="T39" fmla="*/ 91406 h 1192"/>
              <a:gd name="T40" fmla="*/ 2262782 w 8196"/>
              <a:gd name="T41" fmla="*/ 40130 h 1192"/>
              <a:gd name="T42" fmla="*/ 1890264 w 8196"/>
              <a:gd name="T43" fmla="*/ 11147 h 1192"/>
              <a:gd name="T44" fmla="*/ 1556062 w 8196"/>
              <a:gd name="T45" fmla="*/ 0 h 1192"/>
              <a:gd name="T46" fmla="*/ 1258047 w 8196"/>
              <a:gd name="T47" fmla="*/ 4459 h 1192"/>
              <a:gd name="T48" fmla="*/ 994091 w 8196"/>
              <a:gd name="T49" fmla="*/ 22294 h 1192"/>
              <a:gd name="T50" fmla="*/ 762066 w 8196"/>
              <a:gd name="T51" fmla="*/ 49047 h 1192"/>
              <a:gd name="T52" fmla="*/ 564099 w 8196"/>
              <a:gd name="T53" fmla="*/ 82489 h 1192"/>
              <a:gd name="T54" fmla="*/ 398062 w 8196"/>
              <a:gd name="T55" fmla="*/ 120389 h 1192"/>
              <a:gd name="T56" fmla="*/ 263956 w 8196"/>
              <a:gd name="T57" fmla="*/ 160519 h 1192"/>
              <a:gd name="T58" fmla="*/ 157522 w 8196"/>
              <a:gd name="T59" fmla="*/ 196189 h 1192"/>
              <a:gd name="T60" fmla="*/ 51088 w 8196"/>
              <a:gd name="T61" fmla="*/ 240778 h 1192"/>
              <a:gd name="T62" fmla="*/ 0 w 8196"/>
              <a:gd name="T63" fmla="*/ 267531 h 1192"/>
              <a:gd name="T64" fmla="*/ 8719055 w 8196"/>
              <a:gd name="T65" fmla="*/ 1328737 h 1192"/>
              <a:gd name="T66" fmla="*/ 8723312 w 8196"/>
              <a:gd name="T67" fmla="*/ 1322049 h 1192"/>
              <a:gd name="T68" fmla="*/ 8723312 w 8196"/>
              <a:gd name="T69" fmla="*/ 568503 h 1192"/>
              <a:gd name="T70" fmla="*/ 8719055 w 8196"/>
              <a:gd name="T71" fmla="*/ 570733 h 1192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510"/>
                </a:lnTo>
                <a:lnTo>
                  <a:pt x="8192" y="512"/>
                </a:lnTo>
                <a:close/>
              </a:path>
            </a:pathLst>
          </a:cu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50342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23772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0268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39226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5">
            <a:extLst>
              <a:ext uri="{FF2B5EF4-FFF2-40B4-BE49-F238E27FC236}">
                <a16:creationId xmlns:a16="http://schemas.microsoft.com/office/drawing/2014/main" id="{F374F61A-B3E7-4D1E-9323-D72AB795E538}"/>
              </a:ext>
            </a:extLst>
          </p:cNvPr>
          <p:cNvSpPr/>
          <p:nvPr/>
        </p:nvSpPr>
        <p:spPr>
          <a:xfrm>
            <a:off x="228600" y="228600"/>
            <a:ext cx="8696325" cy="1427163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3" name="Group 22">
            <a:extLst>
              <a:ext uri="{FF2B5EF4-FFF2-40B4-BE49-F238E27FC236}">
                <a16:creationId xmlns:a16="http://schemas.microsoft.com/office/drawing/2014/main" id="{552289CB-F2E0-4CE3-8A31-A8620014346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11138" y="714375"/>
            <a:ext cx="8723312" cy="1330325"/>
            <a:chOff x="-3905251" y="4294188"/>
            <a:chExt cx="13027839" cy="1892300"/>
          </a:xfrm>
        </p:grpSpPr>
        <p:sp>
          <p:nvSpPr>
            <p:cNvPr id="4" name="Freeform 14">
              <a:extLst>
                <a:ext uri="{FF2B5EF4-FFF2-40B4-BE49-F238E27FC236}">
                  <a16:creationId xmlns:a16="http://schemas.microsoft.com/office/drawing/2014/main" id="{C321E7D4-B33C-44AF-BA45-47FEEDF16CD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>
                <a:gd name="T0" fmla="*/ 4286250 w 2706"/>
                <a:gd name="T1" fmla="*/ 0 h 640"/>
                <a:gd name="T2" fmla="*/ 4286250 w 2706"/>
                <a:gd name="T3" fmla="*/ 0 h 640"/>
                <a:gd name="T4" fmla="*/ 4105275 w 2706"/>
                <a:gd name="T5" fmla="*/ 28575 h 640"/>
                <a:gd name="T6" fmla="*/ 3921125 w 2706"/>
                <a:gd name="T7" fmla="*/ 60325 h 640"/>
                <a:gd name="T8" fmla="*/ 3733800 w 2706"/>
                <a:gd name="T9" fmla="*/ 95250 h 640"/>
                <a:gd name="T10" fmla="*/ 3540125 w 2706"/>
                <a:gd name="T11" fmla="*/ 130175 h 640"/>
                <a:gd name="T12" fmla="*/ 3343275 w 2706"/>
                <a:gd name="T13" fmla="*/ 171450 h 640"/>
                <a:gd name="T14" fmla="*/ 3140075 w 2706"/>
                <a:gd name="T15" fmla="*/ 212725 h 640"/>
                <a:gd name="T16" fmla="*/ 2933700 w 2706"/>
                <a:gd name="T17" fmla="*/ 260350 h 640"/>
                <a:gd name="T18" fmla="*/ 2720975 w 2706"/>
                <a:gd name="T19" fmla="*/ 307975 h 640"/>
                <a:gd name="T20" fmla="*/ 2720975 w 2706"/>
                <a:gd name="T21" fmla="*/ 307975 h 640"/>
                <a:gd name="T22" fmla="*/ 2336800 w 2706"/>
                <a:gd name="T23" fmla="*/ 400050 h 640"/>
                <a:gd name="T24" fmla="*/ 1962150 w 2706"/>
                <a:gd name="T25" fmla="*/ 482600 h 640"/>
                <a:gd name="T26" fmla="*/ 1603375 w 2706"/>
                <a:gd name="T27" fmla="*/ 558800 h 640"/>
                <a:gd name="T28" fmla="*/ 1257300 w 2706"/>
                <a:gd name="T29" fmla="*/ 631825 h 640"/>
                <a:gd name="T30" fmla="*/ 927100 w 2706"/>
                <a:gd name="T31" fmla="*/ 695325 h 640"/>
                <a:gd name="T32" fmla="*/ 606425 w 2706"/>
                <a:gd name="T33" fmla="*/ 752475 h 640"/>
                <a:gd name="T34" fmla="*/ 298450 w 2706"/>
                <a:gd name="T35" fmla="*/ 806450 h 640"/>
                <a:gd name="T36" fmla="*/ 0 w 2706"/>
                <a:gd name="T37" fmla="*/ 854075 h 640"/>
                <a:gd name="T38" fmla="*/ 0 w 2706"/>
                <a:gd name="T39" fmla="*/ 854075 h 640"/>
                <a:gd name="T40" fmla="*/ 206375 w 2706"/>
                <a:gd name="T41" fmla="*/ 882650 h 640"/>
                <a:gd name="T42" fmla="*/ 403225 w 2706"/>
                <a:gd name="T43" fmla="*/ 908050 h 640"/>
                <a:gd name="T44" fmla="*/ 593725 w 2706"/>
                <a:gd name="T45" fmla="*/ 930275 h 640"/>
                <a:gd name="T46" fmla="*/ 781050 w 2706"/>
                <a:gd name="T47" fmla="*/ 949325 h 640"/>
                <a:gd name="T48" fmla="*/ 962025 w 2706"/>
                <a:gd name="T49" fmla="*/ 968375 h 640"/>
                <a:gd name="T50" fmla="*/ 1136650 w 2706"/>
                <a:gd name="T51" fmla="*/ 981075 h 640"/>
                <a:gd name="T52" fmla="*/ 1304925 w 2706"/>
                <a:gd name="T53" fmla="*/ 993775 h 640"/>
                <a:gd name="T54" fmla="*/ 1470025 w 2706"/>
                <a:gd name="T55" fmla="*/ 1003300 h 640"/>
                <a:gd name="T56" fmla="*/ 1631950 w 2706"/>
                <a:gd name="T57" fmla="*/ 1009650 h 640"/>
                <a:gd name="T58" fmla="*/ 1787525 w 2706"/>
                <a:gd name="T59" fmla="*/ 1012825 h 640"/>
                <a:gd name="T60" fmla="*/ 1936750 w 2706"/>
                <a:gd name="T61" fmla="*/ 1016000 h 640"/>
                <a:gd name="T62" fmla="*/ 2082800 w 2706"/>
                <a:gd name="T63" fmla="*/ 1016000 h 640"/>
                <a:gd name="T64" fmla="*/ 2225675 w 2706"/>
                <a:gd name="T65" fmla="*/ 1012825 h 640"/>
                <a:gd name="T66" fmla="*/ 2365375 w 2706"/>
                <a:gd name="T67" fmla="*/ 1009650 h 640"/>
                <a:gd name="T68" fmla="*/ 2498725 w 2706"/>
                <a:gd name="T69" fmla="*/ 1003300 h 640"/>
                <a:gd name="T70" fmla="*/ 2628900 w 2706"/>
                <a:gd name="T71" fmla="*/ 993775 h 640"/>
                <a:gd name="T72" fmla="*/ 2752725 w 2706"/>
                <a:gd name="T73" fmla="*/ 984250 h 640"/>
                <a:gd name="T74" fmla="*/ 2876550 w 2706"/>
                <a:gd name="T75" fmla="*/ 971550 h 640"/>
                <a:gd name="T76" fmla="*/ 2994025 w 2706"/>
                <a:gd name="T77" fmla="*/ 955675 h 640"/>
                <a:gd name="T78" fmla="*/ 3111500 w 2706"/>
                <a:gd name="T79" fmla="*/ 939800 h 640"/>
                <a:gd name="T80" fmla="*/ 3222625 w 2706"/>
                <a:gd name="T81" fmla="*/ 920750 h 640"/>
                <a:gd name="T82" fmla="*/ 3333750 w 2706"/>
                <a:gd name="T83" fmla="*/ 901700 h 640"/>
                <a:gd name="T84" fmla="*/ 3438525 w 2706"/>
                <a:gd name="T85" fmla="*/ 879475 h 640"/>
                <a:gd name="T86" fmla="*/ 3543300 w 2706"/>
                <a:gd name="T87" fmla="*/ 857250 h 640"/>
                <a:gd name="T88" fmla="*/ 3644900 w 2706"/>
                <a:gd name="T89" fmla="*/ 831850 h 640"/>
                <a:gd name="T90" fmla="*/ 3743325 w 2706"/>
                <a:gd name="T91" fmla="*/ 806450 h 640"/>
                <a:gd name="T92" fmla="*/ 3838575 w 2706"/>
                <a:gd name="T93" fmla="*/ 777875 h 640"/>
                <a:gd name="T94" fmla="*/ 3933825 w 2706"/>
                <a:gd name="T95" fmla="*/ 749300 h 640"/>
                <a:gd name="T96" fmla="*/ 4114800 w 2706"/>
                <a:gd name="T97" fmla="*/ 685800 h 640"/>
                <a:gd name="T98" fmla="*/ 4289425 w 2706"/>
                <a:gd name="T99" fmla="*/ 619125 h 640"/>
                <a:gd name="T100" fmla="*/ 4289425 w 2706"/>
                <a:gd name="T101" fmla="*/ 619125 h 640"/>
                <a:gd name="T102" fmla="*/ 4295775 w 2706"/>
                <a:gd name="T103" fmla="*/ 615950 h 640"/>
                <a:gd name="T104" fmla="*/ 4295775 w 2706"/>
                <a:gd name="T105" fmla="*/ 615950 h 640"/>
                <a:gd name="T106" fmla="*/ 4295775 w 2706"/>
                <a:gd name="T107" fmla="*/ 0 h 640"/>
                <a:gd name="T108" fmla="*/ 4295775 w 2706"/>
                <a:gd name="T109" fmla="*/ 0 h 640"/>
                <a:gd name="T110" fmla="*/ 4286250 w 2706"/>
                <a:gd name="T111" fmla="*/ 0 h 640"/>
                <a:gd name="T112" fmla="*/ 4286250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18">
              <a:extLst>
                <a:ext uri="{FF2B5EF4-FFF2-40B4-BE49-F238E27FC236}">
                  <a16:creationId xmlns:a16="http://schemas.microsoft.com/office/drawing/2014/main" id="{5080864F-791B-48A4-B667-DA9DEBC2E14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>
                <a:gd name="T0" fmla="*/ 8280401 w 5216"/>
                <a:gd name="T1" fmla="*/ 1133475 h 762"/>
                <a:gd name="T2" fmla="*/ 7912101 w 5216"/>
                <a:gd name="T3" fmla="*/ 1089025 h 762"/>
                <a:gd name="T4" fmla="*/ 7108826 w 5216"/>
                <a:gd name="T5" fmla="*/ 968375 h 762"/>
                <a:gd name="T6" fmla="*/ 6213476 w 5216"/>
                <a:gd name="T7" fmla="*/ 806450 h 762"/>
                <a:gd name="T8" fmla="*/ 5216526 w 5216"/>
                <a:gd name="T9" fmla="*/ 593725 h 762"/>
                <a:gd name="T10" fmla="*/ 4676776 w 5216"/>
                <a:gd name="T11" fmla="*/ 469900 h 762"/>
                <a:gd name="T12" fmla="*/ 4257676 w 5216"/>
                <a:gd name="T13" fmla="*/ 374650 h 762"/>
                <a:gd name="T14" fmla="*/ 3857625 w 5216"/>
                <a:gd name="T15" fmla="*/ 292100 h 762"/>
                <a:gd name="T16" fmla="*/ 3476625 w 5216"/>
                <a:gd name="T17" fmla="*/ 222250 h 762"/>
                <a:gd name="T18" fmla="*/ 3111500 w 5216"/>
                <a:gd name="T19" fmla="*/ 161925 h 762"/>
                <a:gd name="T20" fmla="*/ 2762250 w 5216"/>
                <a:gd name="T21" fmla="*/ 114300 h 762"/>
                <a:gd name="T22" fmla="*/ 2117725 w 5216"/>
                <a:gd name="T23" fmla="*/ 44450 h 762"/>
                <a:gd name="T24" fmla="*/ 1539875 w 5216"/>
                <a:gd name="T25" fmla="*/ 6350 h 762"/>
                <a:gd name="T26" fmla="*/ 1022350 w 5216"/>
                <a:gd name="T27" fmla="*/ 0 h 762"/>
                <a:gd name="T28" fmla="*/ 568325 w 5216"/>
                <a:gd name="T29" fmla="*/ 15875 h 762"/>
                <a:gd name="T30" fmla="*/ 174625 w 5216"/>
                <a:gd name="T31" fmla="*/ 50800 h 762"/>
                <a:gd name="T32" fmla="*/ 0 w 5216"/>
                <a:gd name="T33" fmla="*/ 76200 h 762"/>
                <a:gd name="T34" fmla="*/ 498475 w 5216"/>
                <a:gd name="T35" fmla="*/ 136525 h 762"/>
                <a:gd name="T36" fmla="*/ 1035050 w 5216"/>
                <a:gd name="T37" fmla="*/ 222250 h 762"/>
                <a:gd name="T38" fmla="*/ 1609725 w 5216"/>
                <a:gd name="T39" fmla="*/ 333375 h 762"/>
                <a:gd name="T40" fmla="*/ 2225675 w 5216"/>
                <a:gd name="T41" fmla="*/ 469900 h 762"/>
                <a:gd name="T42" fmla="*/ 2787650 w 5216"/>
                <a:gd name="T43" fmla="*/ 600075 h 762"/>
                <a:gd name="T44" fmla="*/ 3822700 w 5216"/>
                <a:gd name="T45" fmla="*/ 819150 h 762"/>
                <a:gd name="T46" fmla="*/ 4298951 w 5216"/>
                <a:gd name="T47" fmla="*/ 908050 h 762"/>
                <a:gd name="T48" fmla="*/ 4749801 w 5216"/>
                <a:gd name="T49" fmla="*/ 984250 h 762"/>
                <a:gd name="T50" fmla="*/ 5175251 w 5216"/>
                <a:gd name="T51" fmla="*/ 1050925 h 762"/>
                <a:gd name="T52" fmla="*/ 5575301 w 5216"/>
                <a:gd name="T53" fmla="*/ 1101725 h 762"/>
                <a:gd name="T54" fmla="*/ 5953126 w 5216"/>
                <a:gd name="T55" fmla="*/ 1146175 h 762"/>
                <a:gd name="T56" fmla="*/ 6308726 w 5216"/>
                <a:gd name="T57" fmla="*/ 1174750 h 762"/>
                <a:gd name="T58" fmla="*/ 6642101 w 5216"/>
                <a:gd name="T59" fmla="*/ 1196975 h 762"/>
                <a:gd name="T60" fmla="*/ 6959601 w 5216"/>
                <a:gd name="T61" fmla="*/ 1209675 h 762"/>
                <a:gd name="T62" fmla="*/ 7254876 w 5216"/>
                <a:gd name="T63" fmla="*/ 1209675 h 762"/>
                <a:gd name="T64" fmla="*/ 7534276 w 5216"/>
                <a:gd name="T65" fmla="*/ 1203325 h 762"/>
                <a:gd name="T66" fmla="*/ 7797801 w 5216"/>
                <a:gd name="T67" fmla="*/ 1187450 h 762"/>
                <a:gd name="T68" fmla="*/ 8045451 w 5216"/>
                <a:gd name="T69" fmla="*/ 1162050 h 762"/>
                <a:gd name="T70" fmla="*/ 8280401 w 5216"/>
                <a:gd name="T71" fmla="*/ 1133475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22">
              <a:extLst>
                <a:ext uri="{FF2B5EF4-FFF2-40B4-BE49-F238E27FC236}">
                  <a16:creationId xmlns:a16="http://schemas.microsoft.com/office/drawing/2014/main" id="{B5819CAB-E33C-4825-9940-0885279EF97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>
                <a:gd name="T0" fmla="*/ 0 w 5144"/>
                <a:gd name="T1" fmla="*/ 111125 h 694"/>
                <a:gd name="T2" fmla="*/ 0 w 5144"/>
                <a:gd name="T3" fmla="*/ 111125 h 694"/>
                <a:gd name="T4" fmla="*/ 28575 w 5144"/>
                <a:gd name="T5" fmla="*/ 104775 h 694"/>
                <a:gd name="T6" fmla="*/ 114300 w 5144"/>
                <a:gd name="T7" fmla="*/ 88900 h 694"/>
                <a:gd name="T8" fmla="*/ 260350 w 5144"/>
                <a:gd name="T9" fmla="*/ 66675 h 694"/>
                <a:gd name="T10" fmla="*/ 355600 w 5144"/>
                <a:gd name="T11" fmla="*/ 53975 h 694"/>
                <a:gd name="T12" fmla="*/ 466725 w 5144"/>
                <a:gd name="T13" fmla="*/ 41275 h 694"/>
                <a:gd name="T14" fmla="*/ 590550 w 5144"/>
                <a:gd name="T15" fmla="*/ 31750 h 694"/>
                <a:gd name="T16" fmla="*/ 733425 w 5144"/>
                <a:gd name="T17" fmla="*/ 22225 h 694"/>
                <a:gd name="T18" fmla="*/ 889000 w 5144"/>
                <a:gd name="T19" fmla="*/ 12700 h 694"/>
                <a:gd name="T20" fmla="*/ 1063625 w 5144"/>
                <a:gd name="T21" fmla="*/ 6350 h 694"/>
                <a:gd name="T22" fmla="*/ 1254125 w 5144"/>
                <a:gd name="T23" fmla="*/ 3175 h 694"/>
                <a:gd name="T24" fmla="*/ 1460500 w 5144"/>
                <a:gd name="T25" fmla="*/ 0 h 694"/>
                <a:gd name="T26" fmla="*/ 1682750 w 5144"/>
                <a:gd name="T27" fmla="*/ 3175 h 694"/>
                <a:gd name="T28" fmla="*/ 1920875 w 5144"/>
                <a:gd name="T29" fmla="*/ 9525 h 694"/>
                <a:gd name="T30" fmla="*/ 2178050 w 5144"/>
                <a:gd name="T31" fmla="*/ 22225 h 694"/>
                <a:gd name="T32" fmla="*/ 2451100 w 5144"/>
                <a:gd name="T33" fmla="*/ 38100 h 694"/>
                <a:gd name="T34" fmla="*/ 2740025 w 5144"/>
                <a:gd name="T35" fmla="*/ 63500 h 694"/>
                <a:gd name="T36" fmla="*/ 3048000 w 5144"/>
                <a:gd name="T37" fmla="*/ 92075 h 694"/>
                <a:gd name="T38" fmla="*/ 3375025 w 5144"/>
                <a:gd name="T39" fmla="*/ 127000 h 694"/>
                <a:gd name="T40" fmla="*/ 3717925 w 5144"/>
                <a:gd name="T41" fmla="*/ 168275 h 694"/>
                <a:gd name="T42" fmla="*/ 4079875 w 5144"/>
                <a:gd name="T43" fmla="*/ 219075 h 694"/>
                <a:gd name="T44" fmla="*/ 4457700 w 5144"/>
                <a:gd name="T45" fmla="*/ 276225 h 694"/>
                <a:gd name="T46" fmla="*/ 4854575 w 5144"/>
                <a:gd name="T47" fmla="*/ 342900 h 694"/>
                <a:gd name="T48" fmla="*/ 5270500 w 5144"/>
                <a:gd name="T49" fmla="*/ 422275 h 694"/>
                <a:gd name="T50" fmla="*/ 5705475 w 5144"/>
                <a:gd name="T51" fmla="*/ 508000 h 694"/>
                <a:gd name="T52" fmla="*/ 6159500 w 5144"/>
                <a:gd name="T53" fmla="*/ 603250 h 694"/>
                <a:gd name="T54" fmla="*/ 6632575 w 5144"/>
                <a:gd name="T55" fmla="*/ 711200 h 694"/>
                <a:gd name="T56" fmla="*/ 7124700 w 5144"/>
                <a:gd name="T57" fmla="*/ 828675 h 694"/>
                <a:gd name="T58" fmla="*/ 7635875 w 5144"/>
                <a:gd name="T59" fmla="*/ 958850 h 694"/>
                <a:gd name="T60" fmla="*/ 8166100 w 5144"/>
                <a:gd name="T61" fmla="*/ 1101725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26">
              <a:extLst>
                <a:ext uri="{FF2B5EF4-FFF2-40B4-BE49-F238E27FC236}">
                  <a16:creationId xmlns:a16="http://schemas.microsoft.com/office/drawing/2014/main" id="{FF9B5127-E090-4899-A5A2-78E625CC2BE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>
                <a:gd name="T0" fmla="*/ 0 w 3112"/>
                <a:gd name="T1" fmla="*/ 927100 h 584"/>
                <a:gd name="T2" fmla="*/ 0 w 3112"/>
                <a:gd name="T3" fmla="*/ 927100 h 584"/>
                <a:gd name="T4" fmla="*/ 142875 w 3112"/>
                <a:gd name="T5" fmla="*/ 889000 h 584"/>
                <a:gd name="T6" fmla="*/ 533400 w 3112"/>
                <a:gd name="T7" fmla="*/ 790575 h 584"/>
                <a:gd name="T8" fmla="*/ 803275 w 3112"/>
                <a:gd name="T9" fmla="*/ 723900 h 584"/>
                <a:gd name="T10" fmla="*/ 1114425 w 3112"/>
                <a:gd name="T11" fmla="*/ 650875 h 584"/>
                <a:gd name="T12" fmla="*/ 1460500 w 3112"/>
                <a:gd name="T13" fmla="*/ 571500 h 584"/>
                <a:gd name="T14" fmla="*/ 1831975 w 3112"/>
                <a:gd name="T15" fmla="*/ 485775 h 584"/>
                <a:gd name="T16" fmla="*/ 2225675 w 3112"/>
                <a:gd name="T17" fmla="*/ 403225 h 584"/>
                <a:gd name="T18" fmla="*/ 2628900 w 3112"/>
                <a:gd name="T19" fmla="*/ 320675 h 584"/>
                <a:gd name="T20" fmla="*/ 3041650 w 3112"/>
                <a:gd name="T21" fmla="*/ 244475 h 584"/>
                <a:gd name="T22" fmla="*/ 3451225 w 3112"/>
                <a:gd name="T23" fmla="*/ 171450 h 584"/>
                <a:gd name="T24" fmla="*/ 3654425 w 3112"/>
                <a:gd name="T25" fmla="*/ 139700 h 584"/>
                <a:gd name="T26" fmla="*/ 3851275 w 3112"/>
                <a:gd name="T27" fmla="*/ 107950 h 584"/>
                <a:gd name="T28" fmla="*/ 4048125 w 3112"/>
                <a:gd name="T29" fmla="*/ 82550 h 584"/>
                <a:gd name="T30" fmla="*/ 4238625 w 3112"/>
                <a:gd name="T31" fmla="*/ 57150 h 584"/>
                <a:gd name="T32" fmla="*/ 4425950 w 3112"/>
                <a:gd name="T33" fmla="*/ 38100 h 584"/>
                <a:gd name="T34" fmla="*/ 4603750 w 3112"/>
                <a:gd name="T35" fmla="*/ 22225 h 584"/>
                <a:gd name="T36" fmla="*/ 4775200 w 3112"/>
                <a:gd name="T37" fmla="*/ 9525 h 584"/>
                <a:gd name="T38" fmla="*/ 4940300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 useBgFill="1">
          <p:nvSpPr>
            <p:cNvPr id="8" name="Freeform 27">
              <a:extLst>
                <a:ext uri="{FF2B5EF4-FFF2-40B4-BE49-F238E27FC236}">
                  <a16:creationId xmlns:a16="http://schemas.microsoft.com/office/drawing/2014/main" id="{ED928B13-3B34-4188-8A29-56FE6510D94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>
                <a:gd name="T0" fmla="*/ 13021481 w 8196"/>
                <a:gd name="T1" fmla="*/ 812800 h 1192"/>
                <a:gd name="T2" fmla="*/ 12779871 w 8196"/>
                <a:gd name="T3" fmla="*/ 904875 h 1192"/>
                <a:gd name="T4" fmla="*/ 12522366 w 8196"/>
                <a:gd name="T5" fmla="*/ 984250 h 1192"/>
                <a:gd name="T6" fmla="*/ 12248966 w 8196"/>
                <a:gd name="T7" fmla="*/ 1057275 h 1192"/>
                <a:gd name="T8" fmla="*/ 11956492 w 8196"/>
                <a:gd name="T9" fmla="*/ 1114425 h 1192"/>
                <a:gd name="T10" fmla="*/ 11638584 w 8196"/>
                <a:gd name="T11" fmla="*/ 1158875 h 1192"/>
                <a:gd name="T12" fmla="*/ 11295245 w 8196"/>
                <a:gd name="T13" fmla="*/ 1190625 h 1192"/>
                <a:gd name="T14" fmla="*/ 10923293 w 8196"/>
                <a:gd name="T15" fmla="*/ 1209675 h 1192"/>
                <a:gd name="T16" fmla="*/ 10519551 w 8196"/>
                <a:gd name="T17" fmla="*/ 1206500 h 1192"/>
                <a:gd name="T18" fmla="*/ 10080839 w 8196"/>
                <a:gd name="T19" fmla="*/ 1190625 h 1192"/>
                <a:gd name="T20" fmla="*/ 9603978 w 8196"/>
                <a:gd name="T21" fmla="*/ 1152525 h 1192"/>
                <a:gd name="T22" fmla="*/ 9085789 w 8196"/>
                <a:gd name="T23" fmla="*/ 1095375 h 1192"/>
                <a:gd name="T24" fmla="*/ 8526272 w 8196"/>
                <a:gd name="T25" fmla="*/ 1019175 h 1192"/>
                <a:gd name="T26" fmla="*/ 7919070 w 8196"/>
                <a:gd name="T27" fmla="*/ 917575 h 1192"/>
                <a:gd name="T28" fmla="*/ 7261002 w 8196"/>
                <a:gd name="T29" fmla="*/ 793750 h 1192"/>
                <a:gd name="T30" fmla="*/ 6552068 w 8196"/>
                <a:gd name="T31" fmla="*/ 644525 h 1192"/>
                <a:gd name="T32" fmla="*/ 5785912 w 8196"/>
                <a:gd name="T33" fmla="*/ 469900 h 1192"/>
                <a:gd name="T34" fmla="*/ 5398065 w 8196"/>
                <a:gd name="T35" fmla="*/ 381000 h 1192"/>
                <a:gd name="T36" fmla="*/ 4663699 w 8196"/>
                <a:gd name="T37" fmla="*/ 234950 h 1192"/>
                <a:gd name="T38" fmla="*/ 3992915 w 8196"/>
                <a:gd name="T39" fmla="*/ 130175 h 1192"/>
                <a:gd name="T40" fmla="*/ 3379354 w 8196"/>
                <a:gd name="T41" fmla="*/ 57150 h 1192"/>
                <a:gd name="T42" fmla="*/ 2823016 w 8196"/>
                <a:gd name="T43" fmla="*/ 15875 h 1192"/>
                <a:gd name="T44" fmla="*/ 2323902 w 8196"/>
                <a:gd name="T45" fmla="*/ 0 h 1192"/>
                <a:gd name="T46" fmla="*/ 1878832 w 8196"/>
                <a:gd name="T47" fmla="*/ 6350 h 1192"/>
                <a:gd name="T48" fmla="*/ 1484627 w 8196"/>
                <a:gd name="T49" fmla="*/ 31750 h 1192"/>
                <a:gd name="T50" fmla="*/ 1138108 w 8196"/>
                <a:gd name="T51" fmla="*/ 69850 h 1192"/>
                <a:gd name="T52" fmla="*/ 842454 w 8196"/>
                <a:gd name="T53" fmla="*/ 117475 h 1192"/>
                <a:gd name="T54" fmla="*/ 594487 w 8196"/>
                <a:gd name="T55" fmla="*/ 171450 h 1192"/>
                <a:gd name="T56" fmla="*/ 394205 w 8196"/>
                <a:gd name="T57" fmla="*/ 228600 h 1192"/>
                <a:gd name="T58" fmla="*/ 235251 w 8196"/>
                <a:gd name="T59" fmla="*/ 279400 h 1192"/>
                <a:gd name="T60" fmla="*/ 76298 w 8196"/>
                <a:gd name="T61" fmla="*/ 342900 h 1192"/>
                <a:gd name="T62" fmla="*/ 0 w 8196"/>
                <a:gd name="T63" fmla="*/ 381000 h 1192"/>
                <a:gd name="T64" fmla="*/ 13021481 w 8196"/>
                <a:gd name="T65" fmla="*/ 1892300 h 1192"/>
                <a:gd name="T66" fmla="*/ 13027839 w 8196"/>
                <a:gd name="T67" fmla="*/ 1882775 h 1192"/>
                <a:gd name="T68" fmla="*/ 13027839 w 8196"/>
                <a:gd name="T69" fmla="*/ 809625 h 1192"/>
                <a:gd name="T70" fmla="*/ 13021481 w 8196"/>
                <a:gd name="T71" fmla="*/ 812800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73227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15">
            <a:extLst>
              <a:ext uri="{FF2B5EF4-FFF2-40B4-BE49-F238E27FC236}">
                <a16:creationId xmlns:a16="http://schemas.microsoft.com/office/drawing/2014/main" id="{2B658FB2-F36F-4888-8CD3-E1A1FC357DC8}"/>
              </a:ext>
            </a:extLst>
          </p:cNvPr>
          <p:cNvSpPr/>
          <p:nvPr/>
        </p:nvSpPr>
        <p:spPr>
          <a:xfrm>
            <a:off x="228600" y="228600"/>
            <a:ext cx="8696325" cy="1427163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6" name="Group 23">
            <a:extLst>
              <a:ext uri="{FF2B5EF4-FFF2-40B4-BE49-F238E27FC236}">
                <a16:creationId xmlns:a16="http://schemas.microsoft.com/office/drawing/2014/main" id="{BBCDF23B-5400-4767-8A70-7C1495C4C4E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11138" y="714375"/>
            <a:ext cx="8723312" cy="1331913"/>
            <a:chOff x="-3905250" y="4294188"/>
            <a:chExt cx="13011150" cy="1892300"/>
          </a:xfrm>
        </p:grpSpPr>
        <p:sp>
          <p:nvSpPr>
            <p:cNvPr id="7" name="Freeform 14">
              <a:extLst>
                <a:ext uri="{FF2B5EF4-FFF2-40B4-BE49-F238E27FC236}">
                  <a16:creationId xmlns:a16="http://schemas.microsoft.com/office/drawing/2014/main" id="{62CD2F63-0D03-4517-ADF2-055109970E9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>
                <a:gd name="T0" fmla="*/ 4286250 w 2706"/>
                <a:gd name="T1" fmla="*/ 0 h 640"/>
                <a:gd name="T2" fmla="*/ 4286250 w 2706"/>
                <a:gd name="T3" fmla="*/ 0 h 640"/>
                <a:gd name="T4" fmla="*/ 4105275 w 2706"/>
                <a:gd name="T5" fmla="*/ 28575 h 640"/>
                <a:gd name="T6" fmla="*/ 3921125 w 2706"/>
                <a:gd name="T7" fmla="*/ 60325 h 640"/>
                <a:gd name="T8" fmla="*/ 3733800 w 2706"/>
                <a:gd name="T9" fmla="*/ 95250 h 640"/>
                <a:gd name="T10" fmla="*/ 3540125 w 2706"/>
                <a:gd name="T11" fmla="*/ 130175 h 640"/>
                <a:gd name="T12" fmla="*/ 3343275 w 2706"/>
                <a:gd name="T13" fmla="*/ 171450 h 640"/>
                <a:gd name="T14" fmla="*/ 3140075 w 2706"/>
                <a:gd name="T15" fmla="*/ 212725 h 640"/>
                <a:gd name="T16" fmla="*/ 2933700 w 2706"/>
                <a:gd name="T17" fmla="*/ 260350 h 640"/>
                <a:gd name="T18" fmla="*/ 2720975 w 2706"/>
                <a:gd name="T19" fmla="*/ 307975 h 640"/>
                <a:gd name="T20" fmla="*/ 2720975 w 2706"/>
                <a:gd name="T21" fmla="*/ 307975 h 640"/>
                <a:gd name="T22" fmla="*/ 2336800 w 2706"/>
                <a:gd name="T23" fmla="*/ 400050 h 640"/>
                <a:gd name="T24" fmla="*/ 1962150 w 2706"/>
                <a:gd name="T25" fmla="*/ 482600 h 640"/>
                <a:gd name="T26" fmla="*/ 1603375 w 2706"/>
                <a:gd name="T27" fmla="*/ 558800 h 640"/>
                <a:gd name="T28" fmla="*/ 1257300 w 2706"/>
                <a:gd name="T29" fmla="*/ 631825 h 640"/>
                <a:gd name="T30" fmla="*/ 927100 w 2706"/>
                <a:gd name="T31" fmla="*/ 695325 h 640"/>
                <a:gd name="T32" fmla="*/ 606425 w 2706"/>
                <a:gd name="T33" fmla="*/ 752475 h 640"/>
                <a:gd name="T34" fmla="*/ 298450 w 2706"/>
                <a:gd name="T35" fmla="*/ 806450 h 640"/>
                <a:gd name="T36" fmla="*/ 0 w 2706"/>
                <a:gd name="T37" fmla="*/ 854075 h 640"/>
                <a:gd name="T38" fmla="*/ 0 w 2706"/>
                <a:gd name="T39" fmla="*/ 854075 h 640"/>
                <a:gd name="T40" fmla="*/ 206375 w 2706"/>
                <a:gd name="T41" fmla="*/ 882650 h 640"/>
                <a:gd name="T42" fmla="*/ 403225 w 2706"/>
                <a:gd name="T43" fmla="*/ 908050 h 640"/>
                <a:gd name="T44" fmla="*/ 593725 w 2706"/>
                <a:gd name="T45" fmla="*/ 930275 h 640"/>
                <a:gd name="T46" fmla="*/ 781050 w 2706"/>
                <a:gd name="T47" fmla="*/ 949325 h 640"/>
                <a:gd name="T48" fmla="*/ 962025 w 2706"/>
                <a:gd name="T49" fmla="*/ 968375 h 640"/>
                <a:gd name="T50" fmla="*/ 1136650 w 2706"/>
                <a:gd name="T51" fmla="*/ 981075 h 640"/>
                <a:gd name="T52" fmla="*/ 1304925 w 2706"/>
                <a:gd name="T53" fmla="*/ 993775 h 640"/>
                <a:gd name="T54" fmla="*/ 1470025 w 2706"/>
                <a:gd name="T55" fmla="*/ 1003300 h 640"/>
                <a:gd name="T56" fmla="*/ 1631950 w 2706"/>
                <a:gd name="T57" fmla="*/ 1009650 h 640"/>
                <a:gd name="T58" fmla="*/ 1787525 w 2706"/>
                <a:gd name="T59" fmla="*/ 1012825 h 640"/>
                <a:gd name="T60" fmla="*/ 1936750 w 2706"/>
                <a:gd name="T61" fmla="*/ 1016000 h 640"/>
                <a:gd name="T62" fmla="*/ 2082800 w 2706"/>
                <a:gd name="T63" fmla="*/ 1016000 h 640"/>
                <a:gd name="T64" fmla="*/ 2225675 w 2706"/>
                <a:gd name="T65" fmla="*/ 1012825 h 640"/>
                <a:gd name="T66" fmla="*/ 2365375 w 2706"/>
                <a:gd name="T67" fmla="*/ 1009650 h 640"/>
                <a:gd name="T68" fmla="*/ 2498725 w 2706"/>
                <a:gd name="T69" fmla="*/ 1003300 h 640"/>
                <a:gd name="T70" fmla="*/ 2628900 w 2706"/>
                <a:gd name="T71" fmla="*/ 993775 h 640"/>
                <a:gd name="T72" fmla="*/ 2752725 w 2706"/>
                <a:gd name="T73" fmla="*/ 984250 h 640"/>
                <a:gd name="T74" fmla="*/ 2876550 w 2706"/>
                <a:gd name="T75" fmla="*/ 971550 h 640"/>
                <a:gd name="T76" fmla="*/ 2994025 w 2706"/>
                <a:gd name="T77" fmla="*/ 955675 h 640"/>
                <a:gd name="T78" fmla="*/ 3111500 w 2706"/>
                <a:gd name="T79" fmla="*/ 939800 h 640"/>
                <a:gd name="T80" fmla="*/ 3222625 w 2706"/>
                <a:gd name="T81" fmla="*/ 920750 h 640"/>
                <a:gd name="T82" fmla="*/ 3333750 w 2706"/>
                <a:gd name="T83" fmla="*/ 901700 h 640"/>
                <a:gd name="T84" fmla="*/ 3438525 w 2706"/>
                <a:gd name="T85" fmla="*/ 879475 h 640"/>
                <a:gd name="T86" fmla="*/ 3543300 w 2706"/>
                <a:gd name="T87" fmla="*/ 857250 h 640"/>
                <a:gd name="T88" fmla="*/ 3644900 w 2706"/>
                <a:gd name="T89" fmla="*/ 831850 h 640"/>
                <a:gd name="T90" fmla="*/ 3743325 w 2706"/>
                <a:gd name="T91" fmla="*/ 806450 h 640"/>
                <a:gd name="T92" fmla="*/ 3838575 w 2706"/>
                <a:gd name="T93" fmla="*/ 777875 h 640"/>
                <a:gd name="T94" fmla="*/ 3933825 w 2706"/>
                <a:gd name="T95" fmla="*/ 749300 h 640"/>
                <a:gd name="T96" fmla="*/ 4114800 w 2706"/>
                <a:gd name="T97" fmla="*/ 685800 h 640"/>
                <a:gd name="T98" fmla="*/ 4289425 w 2706"/>
                <a:gd name="T99" fmla="*/ 619125 h 640"/>
                <a:gd name="T100" fmla="*/ 4289425 w 2706"/>
                <a:gd name="T101" fmla="*/ 619125 h 640"/>
                <a:gd name="T102" fmla="*/ 4295775 w 2706"/>
                <a:gd name="T103" fmla="*/ 615950 h 640"/>
                <a:gd name="T104" fmla="*/ 4295775 w 2706"/>
                <a:gd name="T105" fmla="*/ 615950 h 640"/>
                <a:gd name="T106" fmla="*/ 4295775 w 2706"/>
                <a:gd name="T107" fmla="*/ 0 h 640"/>
                <a:gd name="T108" fmla="*/ 4295775 w 2706"/>
                <a:gd name="T109" fmla="*/ 0 h 640"/>
                <a:gd name="T110" fmla="*/ 4286250 w 2706"/>
                <a:gd name="T111" fmla="*/ 0 h 640"/>
                <a:gd name="T112" fmla="*/ 4286250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18">
              <a:extLst>
                <a:ext uri="{FF2B5EF4-FFF2-40B4-BE49-F238E27FC236}">
                  <a16:creationId xmlns:a16="http://schemas.microsoft.com/office/drawing/2014/main" id="{31CAB9A1-330D-4467-AA40-F6F1B12BDB4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>
                <a:gd name="T0" fmla="*/ 8280401 w 5216"/>
                <a:gd name="T1" fmla="*/ 1133475 h 762"/>
                <a:gd name="T2" fmla="*/ 7912101 w 5216"/>
                <a:gd name="T3" fmla="*/ 1089025 h 762"/>
                <a:gd name="T4" fmla="*/ 7108826 w 5216"/>
                <a:gd name="T5" fmla="*/ 968375 h 762"/>
                <a:gd name="T6" fmla="*/ 6213476 w 5216"/>
                <a:gd name="T7" fmla="*/ 806450 h 762"/>
                <a:gd name="T8" fmla="*/ 5216526 w 5216"/>
                <a:gd name="T9" fmla="*/ 593725 h 762"/>
                <a:gd name="T10" fmla="*/ 4676776 w 5216"/>
                <a:gd name="T11" fmla="*/ 469900 h 762"/>
                <a:gd name="T12" fmla="*/ 4257676 w 5216"/>
                <a:gd name="T13" fmla="*/ 374650 h 762"/>
                <a:gd name="T14" fmla="*/ 3857625 w 5216"/>
                <a:gd name="T15" fmla="*/ 292100 h 762"/>
                <a:gd name="T16" fmla="*/ 3476625 w 5216"/>
                <a:gd name="T17" fmla="*/ 222250 h 762"/>
                <a:gd name="T18" fmla="*/ 3111500 w 5216"/>
                <a:gd name="T19" fmla="*/ 161925 h 762"/>
                <a:gd name="T20" fmla="*/ 2762250 w 5216"/>
                <a:gd name="T21" fmla="*/ 114300 h 762"/>
                <a:gd name="T22" fmla="*/ 2117725 w 5216"/>
                <a:gd name="T23" fmla="*/ 44450 h 762"/>
                <a:gd name="T24" fmla="*/ 1539875 w 5216"/>
                <a:gd name="T25" fmla="*/ 6350 h 762"/>
                <a:gd name="T26" fmla="*/ 1022350 w 5216"/>
                <a:gd name="T27" fmla="*/ 0 h 762"/>
                <a:gd name="T28" fmla="*/ 568325 w 5216"/>
                <a:gd name="T29" fmla="*/ 15875 h 762"/>
                <a:gd name="T30" fmla="*/ 174625 w 5216"/>
                <a:gd name="T31" fmla="*/ 50800 h 762"/>
                <a:gd name="T32" fmla="*/ 0 w 5216"/>
                <a:gd name="T33" fmla="*/ 76200 h 762"/>
                <a:gd name="T34" fmla="*/ 498475 w 5216"/>
                <a:gd name="T35" fmla="*/ 136525 h 762"/>
                <a:gd name="T36" fmla="*/ 1035050 w 5216"/>
                <a:gd name="T37" fmla="*/ 222250 h 762"/>
                <a:gd name="T38" fmla="*/ 1609725 w 5216"/>
                <a:gd name="T39" fmla="*/ 333375 h 762"/>
                <a:gd name="T40" fmla="*/ 2225675 w 5216"/>
                <a:gd name="T41" fmla="*/ 469900 h 762"/>
                <a:gd name="T42" fmla="*/ 2787650 w 5216"/>
                <a:gd name="T43" fmla="*/ 600075 h 762"/>
                <a:gd name="T44" fmla="*/ 3822700 w 5216"/>
                <a:gd name="T45" fmla="*/ 819150 h 762"/>
                <a:gd name="T46" fmla="*/ 4298951 w 5216"/>
                <a:gd name="T47" fmla="*/ 908050 h 762"/>
                <a:gd name="T48" fmla="*/ 4749801 w 5216"/>
                <a:gd name="T49" fmla="*/ 984250 h 762"/>
                <a:gd name="T50" fmla="*/ 5175251 w 5216"/>
                <a:gd name="T51" fmla="*/ 1050925 h 762"/>
                <a:gd name="T52" fmla="*/ 5575301 w 5216"/>
                <a:gd name="T53" fmla="*/ 1101725 h 762"/>
                <a:gd name="T54" fmla="*/ 5953126 w 5216"/>
                <a:gd name="T55" fmla="*/ 1146175 h 762"/>
                <a:gd name="T56" fmla="*/ 6308726 w 5216"/>
                <a:gd name="T57" fmla="*/ 1174750 h 762"/>
                <a:gd name="T58" fmla="*/ 6642101 w 5216"/>
                <a:gd name="T59" fmla="*/ 1196975 h 762"/>
                <a:gd name="T60" fmla="*/ 6959601 w 5216"/>
                <a:gd name="T61" fmla="*/ 1209675 h 762"/>
                <a:gd name="T62" fmla="*/ 7254876 w 5216"/>
                <a:gd name="T63" fmla="*/ 1209675 h 762"/>
                <a:gd name="T64" fmla="*/ 7534276 w 5216"/>
                <a:gd name="T65" fmla="*/ 1203325 h 762"/>
                <a:gd name="T66" fmla="*/ 7797801 w 5216"/>
                <a:gd name="T67" fmla="*/ 1187450 h 762"/>
                <a:gd name="T68" fmla="*/ 8045451 w 5216"/>
                <a:gd name="T69" fmla="*/ 1162050 h 762"/>
                <a:gd name="T70" fmla="*/ 8280401 w 5216"/>
                <a:gd name="T71" fmla="*/ 1133475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22">
              <a:extLst>
                <a:ext uri="{FF2B5EF4-FFF2-40B4-BE49-F238E27FC236}">
                  <a16:creationId xmlns:a16="http://schemas.microsoft.com/office/drawing/2014/main" id="{ECF8D95C-7714-4D4B-AC90-3A76F60C293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>
                <a:gd name="T0" fmla="*/ 0 w 5144"/>
                <a:gd name="T1" fmla="*/ 111125 h 694"/>
                <a:gd name="T2" fmla="*/ 0 w 5144"/>
                <a:gd name="T3" fmla="*/ 111125 h 694"/>
                <a:gd name="T4" fmla="*/ 28575 w 5144"/>
                <a:gd name="T5" fmla="*/ 104775 h 694"/>
                <a:gd name="T6" fmla="*/ 114300 w 5144"/>
                <a:gd name="T7" fmla="*/ 88900 h 694"/>
                <a:gd name="T8" fmla="*/ 260350 w 5144"/>
                <a:gd name="T9" fmla="*/ 66675 h 694"/>
                <a:gd name="T10" fmla="*/ 355600 w 5144"/>
                <a:gd name="T11" fmla="*/ 53975 h 694"/>
                <a:gd name="T12" fmla="*/ 466725 w 5144"/>
                <a:gd name="T13" fmla="*/ 41275 h 694"/>
                <a:gd name="T14" fmla="*/ 590550 w 5144"/>
                <a:gd name="T15" fmla="*/ 31750 h 694"/>
                <a:gd name="T16" fmla="*/ 733425 w 5144"/>
                <a:gd name="T17" fmla="*/ 22225 h 694"/>
                <a:gd name="T18" fmla="*/ 889000 w 5144"/>
                <a:gd name="T19" fmla="*/ 12700 h 694"/>
                <a:gd name="T20" fmla="*/ 1063625 w 5144"/>
                <a:gd name="T21" fmla="*/ 6350 h 694"/>
                <a:gd name="T22" fmla="*/ 1254125 w 5144"/>
                <a:gd name="T23" fmla="*/ 3175 h 694"/>
                <a:gd name="T24" fmla="*/ 1460500 w 5144"/>
                <a:gd name="T25" fmla="*/ 0 h 694"/>
                <a:gd name="T26" fmla="*/ 1682750 w 5144"/>
                <a:gd name="T27" fmla="*/ 3175 h 694"/>
                <a:gd name="T28" fmla="*/ 1920875 w 5144"/>
                <a:gd name="T29" fmla="*/ 9525 h 694"/>
                <a:gd name="T30" fmla="*/ 2178050 w 5144"/>
                <a:gd name="T31" fmla="*/ 22225 h 694"/>
                <a:gd name="T32" fmla="*/ 2451100 w 5144"/>
                <a:gd name="T33" fmla="*/ 38100 h 694"/>
                <a:gd name="T34" fmla="*/ 2740025 w 5144"/>
                <a:gd name="T35" fmla="*/ 63500 h 694"/>
                <a:gd name="T36" fmla="*/ 3048000 w 5144"/>
                <a:gd name="T37" fmla="*/ 92075 h 694"/>
                <a:gd name="T38" fmla="*/ 3375025 w 5144"/>
                <a:gd name="T39" fmla="*/ 127000 h 694"/>
                <a:gd name="T40" fmla="*/ 3717925 w 5144"/>
                <a:gd name="T41" fmla="*/ 168275 h 694"/>
                <a:gd name="T42" fmla="*/ 4079875 w 5144"/>
                <a:gd name="T43" fmla="*/ 219075 h 694"/>
                <a:gd name="T44" fmla="*/ 4457700 w 5144"/>
                <a:gd name="T45" fmla="*/ 276225 h 694"/>
                <a:gd name="T46" fmla="*/ 4854575 w 5144"/>
                <a:gd name="T47" fmla="*/ 342900 h 694"/>
                <a:gd name="T48" fmla="*/ 5270500 w 5144"/>
                <a:gd name="T49" fmla="*/ 422275 h 694"/>
                <a:gd name="T50" fmla="*/ 5705475 w 5144"/>
                <a:gd name="T51" fmla="*/ 508000 h 694"/>
                <a:gd name="T52" fmla="*/ 6159500 w 5144"/>
                <a:gd name="T53" fmla="*/ 603250 h 694"/>
                <a:gd name="T54" fmla="*/ 6632575 w 5144"/>
                <a:gd name="T55" fmla="*/ 711200 h 694"/>
                <a:gd name="T56" fmla="*/ 7124700 w 5144"/>
                <a:gd name="T57" fmla="*/ 828675 h 694"/>
                <a:gd name="T58" fmla="*/ 7635875 w 5144"/>
                <a:gd name="T59" fmla="*/ 958850 h 694"/>
                <a:gd name="T60" fmla="*/ 8166100 w 5144"/>
                <a:gd name="T61" fmla="*/ 1101725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26">
              <a:extLst>
                <a:ext uri="{FF2B5EF4-FFF2-40B4-BE49-F238E27FC236}">
                  <a16:creationId xmlns:a16="http://schemas.microsoft.com/office/drawing/2014/main" id="{8E09C481-8FC1-4DDF-A855-7585316D4DA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>
                <a:gd name="T0" fmla="*/ 0 w 3112"/>
                <a:gd name="T1" fmla="*/ 927100 h 584"/>
                <a:gd name="T2" fmla="*/ 0 w 3112"/>
                <a:gd name="T3" fmla="*/ 927100 h 584"/>
                <a:gd name="T4" fmla="*/ 142875 w 3112"/>
                <a:gd name="T5" fmla="*/ 889000 h 584"/>
                <a:gd name="T6" fmla="*/ 533400 w 3112"/>
                <a:gd name="T7" fmla="*/ 790575 h 584"/>
                <a:gd name="T8" fmla="*/ 803275 w 3112"/>
                <a:gd name="T9" fmla="*/ 723900 h 584"/>
                <a:gd name="T10" fmla="*/ 1114425 w 3112"/>
                <a:gd name="T11" fmla="*/ 650875 h 584"/>
                <a:gd name="T12" fmla="*/ 1460500 w 3112"/>
                <a:gd name="T13" fmla="*/ 571500 h 584"/>
                <a:gd name="T14" fmla="*/ 1831975 w 3112"/>
                <a:gd name="T15" fmla="*/ 485775 h 584"/>
                <a:gd name="T16" fmla="*/ 2225675 w 3112"/>
                <a:gd name="T17" fmla="*/ 403225 h 584"/>
                <a:gd name="T18" fmla="*/ 2628900 w 3112"/>
                <a:gd name="T19" fmla="*/ 320675 h 584"/>
                <a:gd name="T20" fmla="*/ 3041650 w 3112"/>
                <a:gd name="T21" fmla="*/ 244475 h 584"/>
                <a:gd name="T22" fmla="*/ 3451225 w 3112"/>
                <a:gd name="T23" fmla="*/ 171450 h 584"/>
                <a:gd name="T24" fmla="*/ 3654425 w 3112"/>
                <a:gd name="T25" fmla="*/ 139700 h 584"/>
                <a:gd name="T26" fmla="*/ 3851275 w 3112"/>
                <a:gd name="T27" fmla="*/ 107950 h 584"/>
                <a:gd name="T28" fmla="*/ 4048125 w 3112"/>
                <a:gd name="T29" fmla="*/ 82550 h 584"/>
                <a:gd name="T30" fmla="*/ 4238625 w 3112"/>
                <a:gd name="T31" fmla="*/ 57150 h 584"/>
                <a:gd name="T32" fmla="*/ 4425950 w 3112"/>
                <a:gd name="T33" fmla="*/ 38100 h 584"/>
                <a:gd name="T34" fmla="*/ 4603750 w 3112"/>
                <a:gd name="T35" fmla="*/ 22225 h 584"/>
                <a:gd name="T36" fmla="*/ 4775200 w 3112"/>
                <a:gd name="T37" fmla="*/ 9525 h 584"/>
                <a:gd name="T38" fmla="*/ 4940300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 useBgFill="1">
          <p:nvSpPr>
            <p:cNvPr id="11" name="Freeform 27">
              <a:extLst>
                <a:ext uri="{FF2B5EF4-FFF2-40B4-BE49-F238E27FC236}">
                  <a16:creationId xmlns:a16="http://schemas.microsoft.com/office/drawing/2014/main" id="{24EE4FE5-2E2F-4680-B2E8-986D5DE8739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>
                <a:gd name="T0" fmla="*/ 13004800 w 8196"/>
                <a:gd name="T1" fmla="*/ 812800 h 1192"/>
                <a:gd name="T2" fmla="*/ 12763500 w 8196"/>
                <a:gd name="T3" fmla="*/ 904875 h 1192"/>
                <a:gd name="T4" fmla="*/ 12506325 w 8196"/>
                <a:gd name="T5" fmla="*/ 984250 h 1192"/>
                <a:gd name="T6" fmla="*/ 12233275 w 8196"/>
                <a:gd name="T7" fmla="*/ 1057275 h 1192"/>
                <a:gd name="T8" fmla="*/ 11941175 w 8196"/>
                <a:gd name="T9" fmla="*/ 1114425 h 1192"/>
                <a:gd name="T10" fmla="*/ 11623675 w 8196"/>
                <a:gd name="T11" fmla="*/ 1158875 h 1192"/>
                <a:gd name="T12" fmla="*/ 11280775 w 8196"/>
                <a:gd name="T13" fmla="*/ 1190625 h 1192"/>
                <a:gd name="T14" fmla="*/ 10909300 w 8196"/>
                <a:gd name="T15" fmla="*/ 1209675 h 1192"/>
                <a:gd name="T16" fmla="*/ 10506075 w 8196"/>
                <a:gd name="T17" fmla="*/ 1206500 h 1192"/>
                <a:gd name="T18" fmla="*/ 10067925 w 8196"/>
                <a:gd name="T19" fmla="*/ 1190625 h 1192"/>
                <a:gd name="T20" fmla="*/ 9591675 w 8196"/>
                <a:gd name="T21" fmla="*/ 1152525 h 1192"/>
                <a:gd name="T22" fmla="*/ 9074150 w 8196"/>
                <a:gd name="T23" fmla="*/ 1095375 h 1192"/>
                <a:gd name="T24" fmla="*/ 8515350 w 8196"/>
                <a:gd name="T25" fmla="*/ 1019175 h 1192"/>
                <a:gd name="T26" fmla="*/ 7908925 w 8196"/>
                <a:gd name="T27" fmla="*/ 917575 h 1192"/>
                <a:gd name="T28" fmla="*/ 7251700 w 8196"/>
                <a:gd name="T29" fmla="*/ 793750 h 1192"/>
                <a:gd name="T30" fmla="*/ 6543675 w 8196"/>
                <a:gd name="T31" fmla="*/ 644525 h 1192"/>
                <a:gd name="T32" fmla="*/ 5778500 w 8196"/>
                <a:gd name="T33" fmla="*/ 469900 h 1192"/>
                <a:gd name="T34" fmla="*/ 5391150 w 8196"/>
                <a:gd name="T35" fmla="*/ 381000 h 1192"/>
                <a:gd name="T36" fmla="*/ 4657725 w 8196"/>
                <a:gd name="T37" fmla="*/ 234950 h 1192"/>
                <a:gd name="T38" fmla="*/ 3987800 w 8196"/>
                <a:gd name="T39" fmla="*/ 130175 h 1192"/>
                <a:gd name="T40" fmla="*/ 3375025 w 8196"/>
                <a:gd name="T41" fmla="*/ 57150 h 1192"/>
                <a:gd name="T42" fmla="*/ 2819400 w 8196"/>
                <a:gd name="T43" fmla="*/ 15875 h 1192"/>
                <a:gd name="T44" fmla="*/ 2320925 w 8196"/>
                <a:gd name="T45" fmla="*/ 0 h 1192"/>
                <a:gd name="T46" fmla="*/ 1876425 w 8196"/>
                <a:gd name="T47" fmla="*/ 6350 h 1192"/>
                <a:gd name="T48" fmla="*/ 1482725 w 8196"/>
                <a:gd name="T49" fmla="*/ 31750 h 1192"/>
                <a:gd name="T50" fmla="*/ 1136650 w 8196"/>
                <a:gd name="T51" fmla="*/ 69850 h 1192"/>
                <a:gd name="T52" fmla="*/ 841375 w 8196"/>
                <a:gd name="T53" fmla="*/ 117475 h 1192"/>
                <a:gd name="T54" fmla="*/ 593725 w 8196"/>
                <a:gd name="T55" fmla="*/ 171450 h 1192"/>
                <a:gd name="T56" fmla="*/ 393700 w 8196"/>
                <a:gd name="T57" fmla="*/ 228600 h 1192"/>
                <a:gd name="T58" fmla="*/ 234950 w 8196"/>
                <a:gd name="T59" fmla="*/ 279400 h 1192"/>
                <a:gd name="T60" fmla="*/ 76200 w 8196"/>
                <a:gd name="T61" fmla="*/ 342900 h 1192"/>
                <a:gd name="T62" fmla="*/ 0 w 8196"/>
                <a:gd name="T63" fmla="*/ 381000 h 1192"/>
                <a:gd name="T64" fmla="*/ 13004800 w 8196"/>
                <a:gd name="T65" fmla="*/ 1892300 h 1192"/>
                <a:gd name="T66" fmla="*/ 13011150 w 8196"/>
                <a:gd name="T67" fmla="*/ 1882775 h 1192"/>
                <a:gd name="T68" fmla="*/ 13011150 w 8196"/>
                <a:gd name="T69" fmla="*/ 809625 h 1192"/>
                <a:gd name="T70" fmla="*/ 13004800 w 8196"/>
                <a:gd name="T71" fmla="*/ 812800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123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15">
            <a:extLst>
              <a:ext uri="{FF2B5EF4-FFF2-40B4-BE49-F238E27FC236}">
                <a16:creationId xmlns:a16="http://schemas.microsoft.com/office/drawing/2014/main" id="{CFCBD675-181D-44F7-9384-C71A1C3D721C}"/>
              </a:ext>
            </a:extLst>
          </p:cNvPr>
          <p:cNvSpPr/>
          <p:nvPr/>
        </p:nvSpPr>
        <p:spPr>
          <a:xfrm>
            <a:off x="228600" y="228600"/>
            <a:ext cx="8696325" cy="6035675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6" name="Group 22">
            <a:extLst>
              <a:ext uri="{FF2B5EF4-FFF2-40B4-BE49-F238E27FC236}">
                <a16:creationId xmlns:a16="http://schemas.microsoft.com/office/drawing/2014/main" id="{24EB522A-7073-41D3-A844-6684C028A79B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2621863" y="5370264"/>
            <a:ext cx="6312587" cy="851542"/>
            <a:chOff x="-309563" y="4316413"/>
            <a:chExt cx="9415463" cy="1211262"/>
          </a:xfrm>
        </p:grpSpPr>
        <p:sp>
          <p:nvSpPr>
            <p:cNvPr id="7" name="Freeform 14">
              <a:extLst>
                <a:ext uri="{FF2B5EF4-FFF2-40B4-BE49-F238E27FC236}">
                  <a16:creationId xmlns:a16="http://schemas.microsoft.com/office/drawing/2014/main" id="{6BD65BA6-48C1-40A6-9C59-D055DB4D683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>
                <a:gd name="T0" fmla="*/ 4286250 w 2706"/>
                <a:gd name="T1" fmla="*/ 0 h 640"/>
                <a:gd name="T2" fmla="*/ 4286250 w 2706"/>
                <a:gd name="T3" fmla="*/ 0 h 640"/>
                <a:gd name="T4" fmla="*/ 4105275 w 2706"/>
                <a:gd name="T5" fmla="*/ 28575 h 640"/>
                <a:gd name="T6" fmla="*/ 3921125 w 2706"/>
                <a:gd name="T7" fmla="*/ 60325 h 640"/>
                <a:gd name="T8" fmla="*/ 3733800 w 2706"/>
                <a:gd name="T9" fmla="*/ 95250 h 640"/>
                <a:gd name="T10" fmla="*/ 3540125 w 2706"/>
                <a:gd name="T11" fmla="*/ 130175 h 640"/>
                <a:gd name="T12" fmla="*/ 3343275 w 2706"/>
                <a:gd name="T13" fmla="*/ 171450 h 640"/>
                <a:gd name="T14" fmla="*/ 3140075 w 2706"/>
                <a:gd name="T15" fmla="*/ 212725 h 640"/>
                <a:gd name="T16" fmla="*/ 2933700 w 2706"/>
                <a:gd name="T17" fmla="*/ 260350 h 640"/>
                <a:gd name="T18" fmla="*/ 2720975 w 2706"/>
                <a:gd name="T19" fmla="*/ 307975 h 640"/>
                <a:gd name="T20" fmla="*/ 2720975 w 2706"/>
                <a:gd name="T21" fmla="*/ 307975 h 640"/>
                <a:gd name="T22" fmla="*/ 2336800 w 2706"/>
                <a:gd name="T23" fmla="*/ 400050 h 640"/>
                <a:gd name="T24" fmla="*/ 1962150 w 2706"/>
                <a:gd name="T25" fmla="*/ 482600 h 640"/>
                <a:gd name="T26" fmla="*/ 1603375 w 2706"/>
                <a:gd name="T27" fmla="*/ 558800 h 640"/>
                <a:gd name="T28" fmla="*/ 1257300 w 2706"/>
                <a:gd name="T29" fmla="*/ 631825 h 640"/>
                <a:gd name="T30" fmla="*/ 927100 w 2706"/>
                <a:gd name="T31" fmla="*/ 695325 h 640"/>
                <a:gd name="T32" fmla="*/ 606425 w 2706"/>
                <a:gd name="T33" fmla="*/ 752475 h 640"/>
                <a:gd name="T34" fmla="*/ 298450 w 2706"/>
                <a:gd name="T35" fmla="*/ 806450 h 640"/>
                <a:gd name="T36" fmla="*/ 0 w 2706"/>
                <a:gd name="T37" fmla="*/ 854075 h 640"/>
                <a:gd name="T38" fmla="*/ 0 w 2706"/>
                <a:gd name="T39" fmla="*/ 854075 h 640"/>
                <a:gd name="T40" fmla="*/ 206375 w 2706"/>
                <a:gd name="T41" fmla="*/ 882650 h 640"/>
                <a:gd name="T42" fmla="*/ 403225 w 2706"/>
                <a:gd name="T43" fmla="*/ 908050 h 640"/>
                <a:gd name="T44" fmla="*/ 593725 w 2706"/>
                <a:gd name="T45" fmla="*/ 930275 h 640"/>
                <a:gd name="T46" fmla="*/ 781050 w 2706"/>
                <a:gd name="T47" fmla="*/ 949325 h 640"/>
                <a:gd name="T48" fmla="*/ 962025 w 2706"/>
                <a:gd name="T49" fmla="*/ 968375 h 640"/>
                <a:gd name="T50" fmla="*/ 1136650 w 2706"/>
                <a:gd name="T51" fmla="*/ 981075 h 640"/>
                <a:gd name="T52" fmla="*/ 1304925 w 2706"/>
                <a:gd name="T53" fmla="*/ 993775 h 640"/>
                <a:gd name="T54" fmla="*/ 1470025 w 2706"/>
                <a:gd name="T55" fmla="*/ 1003300 h 640"/>
                <a:gd name="T56" fmla="*/ 1631950 w 2706"/>
                <a:gd name="T57" fmla="*/ 1009650 h 640"/>
                <a:gd name="T58" fmla="*/ 1787525 w 2706"/>
                <a:gd name="T59" fmla="*/ 1012825 h 640"/>
                <a:gd name="T60" fmla="*/ 1936750 w 2706"/>
                <a:gd name="T61" fmla="*/ 1016000 h 640"/>
                <a:gd name="T62" fmla="*/ 2082800 w 2706"/>
                <a:gd name="T63" fmla="*/ 1016000 h 640"/>
                <a:gd name="T64" fmla="*/ 2225675 w 2706"/>
                <a:gd name="T65" fmla="*/ 1012825 h 640"/>
                <a:gd name="T66" fmla="*/ 2365375 w 2706"/>
                <a:gd name="T67" fmla="*/ 1009650 h 640"/>
                <a:gd name="T68" fmla="*/ 2498725 w 2706"/>
                <a:gd name="T69" fmla="*/ 1003300 h 640"/>
                <a:gd name="T70" fmla="*/ 2628900 w 2706"/>
                <a:gd name="T71" fmla="*/ 993775 h 640"/>
                <a:gd name="T72" fmla="*/ 2752725 w 2706"/>
                <a:gd name="T73" fmla="*/ 984250 h 640"/>
                <a:gd name="T74" fmla="*/ 2876550 w 2706"/>
                <a:gd name="T75" fmla="*/ 971550 h 640"/>
                <a:gd name="T76" fmla="*/ 2994025 w 2706"/>
                <a:gd name="T77" fmla="*/ 955675 h 640"/>
                <a:gd name="T78" fmla="*/ 3111500 w 2706"/>
                <a:gd name="T79" fmla="*/ 939800 h 640"/>
                <a:gd name="T80" fmla="*/ 3222625 w 2706"/>
                <a:gd name="T81" fmla="*/ 920750 h 640"/>
                <a:gd name="T82" fmla="*/ 3333750 w 2706"/>
                <a:gd name="T83" fmla="*/ 901700 h 640"/>
                <a:gd name="T84" fmla="*/ 3438525 w 2706"/>
                <a:gd name="T85" fmla="*/ 879475 h 640"/>
                <a:gd name="T86" fmla="*/ 3543300 w 2706"/>
                <a:gd name="T87" fmla="*/ 857250 h 640"/>
                <a:gd name="T88" fmla="*/ 3644900 w 2706"/>
                <a:gd name="T89" fmla="*/ 831850 h 640"/>
                <a:gd name="T90" fmla="*/ 3743325 w 2706"/>
                <a:gd name="T91" fmla="*/ 806450 h 640"/>
                <a:gd name="T92" fmla="*/ 3838575 w 2706"/>
                <a:gd name="T93" fmla="*/ 777875 h 640"/>
                <a:gd name="T94" fmla="*/ 3933825 w 2706"/>
                <a:gd name="T95" fmla="*/ 749300 h 640"/>
                <a:gd name="T96" fmla="*/ 4114800 w 2706"/>
                <a:gd name="T97" fmla="*/ 685800 h 640"/>
                <a:gd name="T98" fmla="*/ 4289425 w 2706"/>
                <a:gd name="T99" fmla="*/ 619125 h 640"/>
                <a:gd name="T100" fmla="*/ 4289425 w 2706"/>
                <a:gd name="T101" fmla="*/ 619125 h 640"/>
                <a:gd name="T102" fmla="*/ 4295775 w 2706"/>
                <a:gd name="T103" fmla="*/ 615950 h 640"/>
                <a:gd name="T104" fmla="*/ 4295775 w 2706"/>
                <a:gd name="T105" fmla="*/ 615950 h 640"/>
                <a:gd name="T106" fmla="*/ 4295775 w 2706"/>
                <a:gd name="T107" fmla="*/ 0 h 640"/>
                <a:gd name="T108" fmla="*/ 4295775 w 2706"/>
                <a:gd name="T109" fmla="*/ 0 h 640"/>
                <a:gd name="T110" fmla="*/ 4286250 w 2706"/>
                <a:gd name="T111" fmla="*/ 0 h 640"/>
                <a:gd name="T112" fmla="*/ 4286250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18">
              <a:extLst>
                <a:ext uri="{FF2B5EF4-FFF2-40B4-BE49-F238E27FC236}">
                  <a16:creationId xmlns:a16="http://schemas.microsoft.com/office/drawing/2014/main" id="{AFC35CD4-042D-451E-9FE2-2B429CE4E5D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>
                <a:gd name="T0" fmla="*/ 8280401 w 5216"/>
                <a:gd name="T1" fmla="*/ 1133475 h 762"/>
                <a:gd name="T2" fmla="*/ 7912101 w 5216"/>
                <a:gd name="T3" fmla="*/ 1089025 h 762"/>
                <a:gd name="T4" fmla="*/ 7108826 w 5216"/>
                <a:gd name="T5" fmla="*/ 968375 h 762"/>
                <a:gd name="T6" fmla="*/ 6213476 w 5216"/>
                <a:gd name="T7" fmla="*/ 806450 h 762"/>
                <a:gd name="T8" fmla="*/ 5216526 w 5216"/>
                <a:gd name="T9" fmla="*/ 593725 h 762"/>
                <a:gd name="T10" fmla="*/ 4676776 w 5216"/>
                <a:gd name="T11" fmla="*/ 469900 h 762"/>
                <a:gd name="T12" fmla="*/ 4257676 w 5216"/>
                <a:gd name="T13" fmla="*/ 374650 h 762"/>
                <a:gd name="T14" fmla="*/ 3857625 w 5216"/>
                <a:gd name="T15" fmla="*/ 292100 h 762"/>
                <a:gd name="T16" fmla="*/ 3476625 w 5216"/>
                <a:gd name="T17" fmla="*/ 222250 h 762"/>
                <a:gd name="T18" fmla="*/ 3111500 w 5216"/>
                <a:gd name="T19" fmla="*/ 161925 h 762"/>
                <a:gd name="T20" fmla="*/ 2762250 w 5216"/>
                <a:gd name="T21" fmla="*/ 114300 h 762"/>
                <a:gd name="T22" fmla="*/ 2117725 w 5216"/>
                <a:gd name="T23" fmla="*/ 44450 h 762"/>
                <a:gd name="T24" fmla="*/ 1539875 w 5216"/>
                <a:gd name="T25" fmla="*/ 6350 h 762"/>
                <a:gd name="T26" fmla="*/ 1022350 w 5216"/>
                <a:gd name="T27" fmla="*/ 0 h 762"/>
                <a:gd name="T28" fmla="*/ 568325 w 5216"/>
                <a:gd name="T29" fmla="*/ 15875 h 762"/>
                <a:gd name="T30" fmla="*/ 174625 w 5216"/>
                <a:gd name="T31" fmla="*/ 50800 h 762"/>
                <a:gd name="T32" fmla="*/ 0 w 5216"/>
                <a:gd name="T33" fmla="*/ 76200 h 762"/>
                <a:gd name="T34" fmla="*/ 498475 w 5216"/>
                <a:gd name="T35" fmla="*/ 136525 h 762"/>
                <a:gd name="T36" fmla="*/ 1035050 w 5216"/>
                <a:gd name="T37" fmla="*/ 222250 h 762"/>
                <a:gd name="T38" fmla="*/ 1609725 w 5216"/>
                <a:gd name="T39" fmla="*/ 333375 h 762"/>
                <a:gd name="T40" fmla="*/ 2225675 w 5216"/>
                <a:gd name="T41" fmla="*/ 469900 h 762"/>
                <a:gd name="T42" fmla="*/ 2787650 w 5216"/>
                <a:gd name="T43" fmla="*/ 600075 h 762"/>
                <a:gd name="T44" fmla="*/ 3822700 w 5216"/>
                <a:gd name="T45" fmla="*/ 819150 h 762"/>
                <a:gd name="T46" fmla="*/ 4298951 w 5216"/>
                <a:gd name="T47" fmla="*/ 908050 h 762"/>
                <a:gd name="T48" fmla="*/ 4749801 w 5216"/>
                <a:gd name="T49" fmla="*/ 984250 h 762"/>
                <a:gd name="T50" fmla="*/ 5175251 w 5216"/>
                <a:gd name="T51" fmla="*/ 1050925 h 762"/>
                <a:gd name="T52" fmla="*/ 5575301 w 5216"/>
                <a:gd name="T53" fmla="*/ 1101725 h 762"/>
                <a:gd name="T54" fmla="*/ 5953126 w 5216"/>
                <a:gd name="T55" fmla="*/ 1146175 h 762"/>
                <a:gd name="T56" fmla="*/ 6308726 w 5216"/>
                <a:gd name="T57" fmla="*/ 1174750 h 762"/>
                <a:gd name="T58" fmla="*/ 6642101 w 5216"/>
                <a:gd name="T59" fmla="*/ 1196975 h 762"/>
                <a:gd name="T60" fmla="*/ 6959601 w 5216"/>
                <a:gd name="T61" fmla="*/ 1209675 h 762"/>
                <a:gd name="T62" fmla="*/ 7254876 w 5216"/>
                <a:gd name="T63" fmla="*/ 1209675 h 762"/>
                <a:gd name="T64" fmla="*/ 7534276 w 5216"/>
                <a:gd name="T65" fmla="*/ 1203325 h 762"/>
                <a:gd name="T66" fmla="*/ 7797801 w 5216"/>
                <a:gd name="T67" fmla="*/ 1187450 h 762"/>
                <a:gd name="T68" fmla="*/ 8045451 w 5216"/>
                <a:gd name="T69" fmla="*/ 1162050 h 762"/>
                <a:gd name="T70" fmla="*/ 8280401 w 5216"/>
                <a:gd name="T71" fmla="*/ 1133475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22">
              <a:extLst>
                <a:ext uri="{FF2B5EF4-FFF2-40B4-BE49-F238E27FC236}">
                  <a16:creationId xmlns:a16="http://schemas.microsoft.com/office/drawing/2014/main" id="{2E125A4A-D0DA-4F38-A661-E66784903D1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>
                <a:gd name="T0" fmla="*/ 0 w 5144"/>
                <a:gd name="T1" fmla="*/ 111125 h 694"/>
                <a:gd name="T2" fmla="*/ 0 w 5144"/>
                <a:gd name="T3" fmla="*/ 111125 h 694"/>
                <a:gd name="T4" fmla="*/ 28575 w 5144"/>
                <a:gd name="T5" fmla="*/ 104775 h 694"/>
                <a:gd name="T6" fmla="*/ 114300 w 5144"/>
                <a:gd name="T7" fmla="*/ 88900 h 694"/>
                <a:gd name="T8" fmla="*/ 260350 w 5144"/>
                <a:gd name="T9" fmla="*/ 66675 h 694"/>
                <a:gd name="T10" fmla="*/ 355600 w 5144"/>
                <a:gd name="T11" fmla="*/ 53975 h 694"/>
                <a:gd name="T12" fmla="*/ 466725 w 5144"/>
                <a:gd name="T13" fmla="*/ 41275 h 694"/>
                <a:gd name="T14" fmla="*/ 590550 w 5144"/>
                <a:gd name="T15" fmla="*/ 31750 h 694"/>
                <a:gd name="T16" fmla="*/ 733425 w 5144"/>
                <a:gd name="T17" fmla="*/ 22225 h 694"/>
                <a:gd name="T18" fmla="*/ 889000 w 5144"/>
                <a:gd name="T19" fmla="*/ 12700 h 694"/>
                <a:gd name="T20" fmla="*/ 1063625 w 5144"/>
                <a:gd name="T21" fmla="*/ 6350 h 694"/>
                <a:gd name="T22" fmla="*/ 1254125 w 5144"/>
                <a:gd name="T23" fmla="*/ 3175 h 694"/>
                <a:gd name="T24" fmla="*/ 1460500 w 5144"/>
                <a:gd name="T25" fmla="*/ 0 h 694"/>
                <a:gd name="T26" fmla="*/ 1682750 w 5144"/>
                <a:gd name="T27" fmla="*/ 3175 h 694"/>
                <a:gd name="T28" fmla="*/ 1920875 w 5144"/>
                <a:gd name="T29" fmla="*/ 9525 h 694"/>
                <a:gd name="T30" fmla="*/ 2178050 w 5144"/>
                <a:gd name="T31" fmla="*/ 22225 h 694"/>
                <a:gd name="T32" fmla="*/ 2451100 w 5144"/>
                <a:gd name="T33" fmla="*/ 38100 h 694"/>
                <a:gd name="T34" fmla="*/ 2740025 w 5144"/>
                <a:gd name="T35" fmla="*/ 63500 h 694"/>
                <a:gd name="T36" fmla="*/ 3048000 w 5144"/>
                <a:gd name="T37" fmla="*/ 92075 h 694"/>
                <a:gd name="T38" fmla="*/ 3375025 w 5144"/>
                <a:gd name="T39" fmla="*/ 127000 h 694"/>
                <a:gd name="T40" fmla="*/ 3717925 w 5144"/>
                <a:gd name="T41" fmla="*/ 168275 h 694"/>
                <a:gd name="T42" fmla="*/ 4079875 w 5144"/>
                <a:gd name="T43" fmla="*/ 219075 h 694"/>
                <a:gd name="T44" fmla="*/ 4457700 w 5144"/>
                <a:gd name="T45" fmla="*/ 276225 h 694"/>
                <a:gd name="T46" fmla="*/ 4854575 w 5144"/>
                <a:gd name="T47" fmla="*/ 342900 h 694"/>
                <a:gd name="T48" fmla="*/ 5270500 w 5144"/>
                <a:gd name="T49" fmla="*/ 422275 h 694"/>
                <a:gd name="T50" fmla="*/ 5705475 w 5144"/>
                <a:gd name="T51" fmla="*/ 508000 h 694"/>
                <a:gd name="T52" fmla="*/ 6159500 w 5144"/>
                <a:gd name="T53" fmla="*/ 603250 h 694"/>
                <a:gd name="T54" fmla="*/ 6632575 w 5144"/>
                <a:gd name="T55" fmla="*/ 711200 h 694"/>
                <a:gd name="T56" fmla="*/ 7124700 w 5144"/>
                <a:gd name="T57" fmla="*/ 828675 h 694"/>
                <a:gd name="T58" fmla="*/ 7635875 w 5144"/>
                <a:gd name="T59" fmla="*/ 958850 h 694"/>
                <a:gd name="T60" fmla="*/ 8166100 w 5144"/>
                <a:gd name="T61" fmla="*/ 1101725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26">
              <a:extLst>
                <a:ext uri="{FF2B5EF4-FFF2-40B4-BE49-F238E27FC236}">
                  <a16:creationId xmlns:a16="http://schemas.microsoft.com/office/drawing/2014/main" id="{F44868F4-F78A-480F-B7F3-049E8AF47E3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>
                <a:gd name="T0" fmla="*/ 0 w 3112"/>
                <a:gd name="T1" fmla="*/ 927100 h 584"/>
                <a:gd name="T2" fmla="*/ 0 w 3112"/>
                <a:gd name="T3" fmla="*/ 927100 h 584"/>
                <a:gd name="T4" fmla="*/ 142875 w 3112"/>
                <a:gd name="T5" fmla="*/ 889000 h 584"/>
                <a:gd name="T6" fmla="*/ 533400 w 3112"/>
                <a:gd name="T7" fmla="*/ 790575 h 584"/>
                <a:gd name="T8" fmla="*/ 803275 w 3112"/>
                <a:gd name="T9" fmla="*/ 723900 h 584"/>
                <a:gd name="T10" fmla="*/ 1114425 w 3112"/>
                <a:gd name="T11" fmla="*/ 650875 h 584"/>
                <a:gd name="T12" fmla="*/ 1460500 w 3112"/>
                <a:gd name="T13" fmla="*/ 571500 h 584"/>
                <a:gd name="T14" fmla="*/ 1831975 w 3112"/>
                <a:gd name="T15" fmla="*/ 485775 h 584"/>
                <a:gd name="T16" fmla="*/ 2225675 w 3112"/>
                <a:gd name="T17" fmla="*/ 403225 h 584"/>
                <a:gd name="T18" fmla="*/ 2628900 w 3112"/>
                <a:gd name="T19" fmla="*/ 320675 h 584"/>
                <a:gd name="T20" fmla="*/ 3041650 w 3112"/>
                <a:gd name="T21" fmla="*/ 244475 h 584"/>
                <a:gd name="T22" fmla="*/ 3451225 w 3112"/>
                <a:gd name="T23" fmla="*/ 171450 h 584"/>
                <a:gd name="T24" fmla="*/ 3654425 w 3112"/>
                <a:gd name="T25" fmla="*/ 139700 h 584"/>
                <a:gd name="T26" fmla="*/ 3851275 w 3112"/>
                <a:gd name="T27" fmla="*/ 107950 h 584"/>
                <a:gd name="T28" fmla="*/ 4048125 w 3112"/>
                <a:gd name="T29" fmla="*/ 82550 h 584"/>
                <a:gd name="T30" fmla="*/ 4238625 w 3112"/>
                <a:gd name="T31" fmla="*/ 57150 h 584"/>
                <a:gd name="T32" fmla="*/ 4425950 w 3112"/>
                <a:gd name="T33" fmla="*/ 38100 h 584"/>
                <a:gd name="T34" fmla="*/ 4603750 w 3112"/>
                <a:gd name="T35" fmla="*/ 22225 h 584"/>
                <a:gd name="T36" fmla="*/ 4775200 w 3112"/>
                <a:gd name="T37" fmla="*/ 9525 h 584"/>
                <a:gd name="T38" fmla="*/ 4940300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 rtlCol="0"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98998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29AFA-7E4B-458B-9A2B-99B069FE6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90975" y="6249988"/>
            <a:ext cx="116205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965DCE9F-1F43-427B-BE00-A54BE331CDF2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19422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5">
            <a:extLst>
              <a:ext uri="{FF2B5EF4-FFF2-40B4-BE49-F238E27FC236}">
                <a16:creationId xmlns:a16="http://schemas.microsoft.com/office/drawing/2014/main" id="{4899A18E-F74E-4161-9863-402574A45F14}"/>
              </a:ext>
            </a:extLst>
          </p:cNvPr>
          <p:cNvSpPr/>
          <p:nvPr/>
        </p:nvSpPr>
        <p:spPr bwMode="hidden">
          <a:xfrm>
            <a:off x="228600" y="228600"/>
            <a:ext cx="8696325" cy="1427163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5" name="Group 22">
            <a:extLst>
              <a:ext uri="{FF2B5EF4-FFF2-40B4-BE49-F238E27FC236}">
                <a16:creationId xmlns:a16="http://schemas.microsoft.com/office/drawing/2014/main" id="{57F0DF83-7FF7-4BB7-A693-B895A2934C3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11138" y="714375"/>
            <a:ext cx="8723312" cy="1331913"/>
            <a:chOff x="-3905250" y="4294188"/>
            <a:chExt cx="13011150" cy="1892300"/>
          </a:xfrm>
        </p:grpSpPr>
        <p:sp>
          <p:nvSpPr>
            <p:cNvPr id="6" name="Freeform 14">
              <a:extLst>
                <a:ext uri="{FF2B5EF4-FFF2-40B4-BE49-F238E27FC236}">
                  <a16:creationId xmlns:a16="http://schemas.microsoft.com/office/drawing/2014/main" id="{65387D68-26EA-4C15-895E-70A3A1F9C59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>
                <a:gd name="T0" fmla="*/ 4286250 w 2706"/>
                <a:gd name="T1" fmla="*/ 0 h 640"/>
                <a:gd name="T2" fmla="*/ 4286250 w 2706"/>
                <a:gd name="T3" fmla="*/ 0 h 640"/>
                <a:gd name="T4" fmla="*/ 4105275 w 2706"/>
                <a:gd name="T5" fmla="*/ 28575 h 640"/>
                <a:gd name="T6" fmla="*/ 3921125 w 2706"/>
                <a:gd name="T7" fmla="*/ 60325 h 640"/>
                <a:gd name="T8" fmla="*/ 3733800 w 2706"/>
                <a:gd name="T9" fmla="*/ 95250 h 640"/>
                <a:gd name="T10" fmla="*/ 3540125 w 2706"/>
                <a:gd name="T11" fmla="*/ 130175 h 640"/>
                <a:gd name="T12" fmla="*/ 3343275 w 2706"/>
                <a:gd name="T13" fmla="*/ 171450 h 640"/>
                <a:gd name="T14" fmla="*/ 3140075 w 2706"/>
                <a:gd name="T15" fmla="*/ 212725 h 640"/>
                <a:gd name="T16" fmla="*/ 2933700 w 2706"/>
                <a:gd name="T17" fmla="*/ 260350 h 640"/>
                <a:gd name="T18" fmla="*/ 2720975 w 2706"/>
                <a:gd name="T19" fmla="*/ 307975 h 640"/>
                <a:gd name="T20" fmla="*/ 2720975 w 2706"/>
                <a:gd name="T21" fmla="*/ 307975 h 640"/>
                <a:gd name="T22" fmla="*/ 2336800 w 2706"/>
                <a:gd name="T23" fmla="*/ 400050 h 640"/>
                <a:gd name="T24" fmla="*/ 1962150 w 2706"/>
                <a:gd name="T25" fmla="*/ 482600 h 640"/>
                <a:gd name="T26" fmla="*/ 1603375 w 2706"/>
                <a:gd name="T27" fmla="*/ 558800 h 640"/>
                <a:gd name="T28" fmla="*/ 1257300 w 2706"/>
                <a:gd name="T29" fmla="*/ 631825 h 640"/>
                <a:gd name="T30" fmla="*/ 927100 w 2706"/>
                <a:gd name="T31" fmla="*/ 695325 h 640"/>
                <a:gd name="T32" fmla="*/ 606425 w 2706"/>
                <a:gd name="T33" fmla="*/ 752475 h 640"/>
                <a:gd name="T34" fmla="*/ 298450 w 2706"/>
                <a:gd name="T35" fmla="*/ 806450 h 640"/>
                <a:gd name="T36" fmla="*/ 0 w 2706"/>
                <a:gd name="T37" fmla="*/ 854075 h 640"/>
                <a:gd name="T38" fmla="*/ 0 w 2706"/>
                <a:gd name="T39" fmla="*/ 854075 h 640"/>
                <a:gd name="T40" fmla="*/ 206375 w 2706"/>
                <a:gd name="T41" fmla="*/ 882650 h 640"/>
                <a:gd name="T42" fmla="*/ 403225 w 2706"/>
                <a:gd name="T43" fmla="*/ 908050 h 640"/>
                <a:gd name="T44" fmla="*/ 593725 w 2706"/>
                <a:gd name="T45" fmla="*/ 930275 h 640"/>
                <a:gd name="T46" fmla="*/ 781050 w 2706"/>
                <a:gd name="T47" fmla="*/ 949325 h 640"/>
                <a:gd name="T48" fmla="*/ 962025 w 2706"/>
                <a:gd name="T49" fmla="*/ 968375 h 640"/>
                <a:gd name="T50" fmla="*/ 1136650 w 2706"/>
                <a:gd name="T51" fmla="*/ 981075 h 640"/>
                <a:gd name="T52" fmla="*/ 1304925 w 2706"/>
                <a:gd name="T53" fmla="*/ 993775 h 640"/>
                <a:gd name="T54" fmla="*/ 1470025 w 2706"/>
                <a:gd name="T55" fmla="*/ 1003300 h 640"/>
                <a:gd name="T56" fmla="*/ 1631950 w 2706"/>
                <a:gd name="T57" fmla="*/ 1009650 h 640"/>
                <a:gd name="T58" fmla="*/ 1787525 w 2706"/>
                <a:gd name="T59" fmla="*/ 1012825 h 640"/>
                <a:gd name="T60" fmla="*/ 1936750 w 2706"/>
                <a:gd name="T61" fmla="*/ 1016000 h 640"/>
                <a:gd name="T62" fmla="*/ 2082800 w 2706"/>
                <a:gd name="T63" fmla="*/ 1016000 h 640"/>
                <a:gd name="T64" fmla="*/ 2225675 w 2706"/>
                <a:gd name="T65" fmla="*/ 1012825 h 640"/>
                <a:gd name="T66" fmla="*/ 2365375 w 2706"/>
                <a:gd name="T67" fmla="*/ 1009650 h 640"/>
                <a:gd name="T68" fmla="*/ 2498725 w 2706"/>
                <a:gd name="T69" fmla="*/ 1003300 h 640"/>
                <a:gd name="T70" fmla="*/ 2628900 w 2706"/>
                <a:gd name="T71" fmla="*/ 993775 h 640"/>
                <a:gd name="T72" fmla="*/ 2752725 w 2706"/>
                <a:gd name="T73" fmla="*/ 984250 h 640"/>
                <a:gd name="T74" fmla="*/ 2876550 w 2706"/>
                <a:gd name="T75" fmla="*/ 971550 h 640"/>
                <a:gd name="T76" fmla="*/ 2994025 w 2706"/>
                <a:gd name="T77" fmla="*/ 955675 h 640"/>
                <a:gd name="T78" fmla="*/ 3111500 w 2706"/>
                <a:gd name="T79" fmla="*/ 939800 h 640"/>
                <a:gd name="T80" fmla="*/ 3222625 w 2706"/>
                <a:gd name="T81" fmla="*/ 920750 h 640"/>
                <a:gd name="T82" fmla="*/ 3333750 w 2706"/>
                <a:gd name="T83" fmla="*/ 901700 h 640"/>
                <a:gd name="T84" fmla="*/ 3438525 w 2706"/>
                <a:gd name="T85" fmla="*/ 879475 h 640"/>
                <a:gd name="T86" fmla="*/ 3543300 w 2706"/>
                <a:gd name="T87" fmla="*/ 857250 h 640"/>
                <a:gd name="T88" fmla="*/ 3644900 w 2706"/>
                <a:gd name="T89" fmla="*/ 831850 h 640"/>
                <a:gd name="T90" fmla="*/ 3743325 w 2706"/>
                <a:gd name="T91" fmla="*/ 806450 h 640"/>
                <a:gd name="T92" fmla="*/ 3838575 w 2706"/>
                <a:gd name="T93" fmla="*/ 777875 h 640"/>
                <a:gd name="T94" fmla="*/ 3933825 w 2706"/>
                <a:gd name="T95" fmla="*/ 749300 h 640"/>
                <a:gd name="T96" fmla="*/ 4114800 w 2706"/>
                <a:gd name="T97" fmla="*/ 685800 h 640"/>
                <a:gd name="T98" fmla="*/ 4289425 w 2706"/>
                <a:gd name="T99" fmla="*/ 619125 h 640"/>
                <a:gd name="T100" fmla="*/ 4289425 w 2706"/>
                <a:gd name="T101" fmla="*/ 619125 h 640"/>
                <a:gd name="T102" fmla="*/ 4295775 w 2706"/>
                <a:gd name="T103" fmla="*/ 615950 h 640"/>
                <a:gd name="T104" fmla="*/ 4295775 w 2706"/>
                <a:gd name="T105" fmla="*/ 615950 h 640"/>
                <a:gd name="T106" fmla="*/ 4295775 w 2706"/>
                <a:gd name="T107" fmla="*/ 0 h 640"/>
                <a:gd name="T108" fmla="*/ 4295775 w 2706"/>
                <a:gd name="T109" fmla="*/ 0 h 640"/>
                <a:gd name="T110" fmla="*/ 4286250 w 2706"/>
                <a:gd name="T111" fmla="*/ 0 h 640"/>
                <a:gd name="T112" fmla="*/ 4286250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18">
              <a:extLst>
                <a:ext uri="{FF2B5EF4-FFF2-40B4-BE49-F238E27FC236}">
                  <a16:creationId xmlns:a16="http://schemas.microsoft.com/office/drawing/2014/main" id="{41AFE8E4-0BEB-4C68-A208-A889744BD64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>
                <a:gd name="T0" fmla="*/ 8280401 w 5216"/>
                <a:gd name="T1" fmla="*/ 1133475 h 762"/>
                <a:gd name="T2" fmla="*/ 7912101 w 5216"/>
                <a:gd name="T3" fmla="*/ 1089025 h 762"/>
                <a:gd name="T4" fmla="*/ 7108826 w 5216"/>
                <a:gd name="T5" fmla="*/ 968375 h 762"/>
                <a:gd name="T6" fmla="*/ 6213476 w 5216"/>
                <a:gd name="T7" fmla="*/ 806450 h 762"/>
                <a:gd name="T8" fmla="*/ 5216526 w 5216"/>
                <a:gd name="T9" fmla="*/ 593725 h 762"/>
                <a:gd name="T10" fmla="*/ 4676776 w 5216"/>
                <a:gd name="T11" fmla="*/ 469900 h 762"/>
                <a:gd name="T12" fmla="*/ 4257676 w 5216"/>
                <a:gd name="T13" fmla="*/ 374650 h 762"/>
                <a:gd name="T14" fmla="*/ 3857625 w 5216"/>
                <a:gd name="T15" fmla="*/ 292100 h 762"/>
                <a:gd name="T16" fmla="*/ 3476625 w 5216"/>
                <a:gd name="T17" fmla="*/ 222250 h 762"/>
                <a:gd name="T18" fmla="*/ 3111500 w 5216"/>
                <a:gd name="T19" fmla="*/ 161925 h 762"/>
                <a:gd name="T20" fmla="*/ 2762250 w 5216"/>
                <a:gd name="T21" fmla="*/ 114300 h 762"/>
                <a:gd name="T22" fmla="*/ 2117725 w 5216"/>
                <a:gd name="T23" fmla="*/ 44450 h 762"/>
                <a:gd name="T24" fmla="*/ 1539875 w 5216"/>
                <a:gd name="T25" fmla="*/ 6350 h 762"/>
                <a:gd name="T26" fmla="*/ 1022350 w 5216"/>
                <a:gd name="T27" fmla="*/ 0 h 762"/>
                <a:gd name="T28" fmla="*/ 568325 w 5216"/>
                <a:gd name="T29" fmla="*/ 15875 h 762"/>
                <a:gd name="T30" fmla="*/ 174625 w 5216"/>
                <a:gd name="T31" fmla="*/ 50800 h 762"/>
                <a:gd name="T32" fmla="*/ 0 w 5216"/>
                <a:gd name="T33" fmla="*/ 76200 h 762"/>
                <a:gd name="T34" fmla="*/ 498475 w 5216"/>
                <a:gd name="T35" fmla="*/ 136525 h 762"/>
                <a:gd name="T36" fmla="*/ 1035050 w 5216"/>
                <a:gd name="T37" fmla="*/ 222250 h 762"/>
                <a:gd name="T38" fmla="*/ 1609725 w 5216"/>
                <a:gd name="T39" fmla="*/ 333375 h 762"/>
                <a:gd name="T40" fmla="*/ 2225675 w 5216"/>
                <a:gd name="T41" fmla="*/ 469900 h 762"/>
                <a:gd name="T42" fmla="*/ 2787650 w 5216"/>
                <a:gd name="T43" fmla="*/ 600075 h 762"/>
                <a:gd name="T44" fmla="*/ 3822700 w 5216"/>
                <a:gd name="T45" fmla="*/ 819150 h 762"/>
                <a:gd name="T46" fmla="*/ 4298951 w 5216"/>
                <a:gd name="T47" fmla="*/ 908050 h 762"/>
                <a:gd name="T48" fmla="*/ 4749801 w 5216"/>
                <a:gd name="T49" fmla="*/ 984250 h 762"/>
                <a:gd name="T50" fmla="*/ 5175251 w 5216"/>
                <a:gd name="T51" fmla="*/ 1050925 h 762"/>
                <a:gd name="T52" fmla="*/ 5575301 w 5216"/>
                <a:gd name="T53" fmla="*/ 1101725 h 762"/>
                <a:gd name="T54" fmla="*/ 5953126 w 5216"/>
                <a:gd name="T55" fmla="*/ 1146175 h 762"/>
                <a:gd name="T56" fmla="*/ 6308726 w 5216"/>
                <a:gd name="T57" fmla="*/ 1174750 h 762"/>
                <a:gd name="T58" fmla="*/ 6642101 w 5216"/>
                <a:gd name="T59" fmla="*/ 1196975 h 762"/>
                <a:gd name="T60" fmla="*/ 6959601 w 5216"/>
                <a:gd name="T61" fmla="*/ 1209675 h 762"/>
                <a:gd name="T62" fmla="*/ 7254876 w 5216"/>
                <a:gd name="T63" fmla="*/ 1209675 h 762"/>
                <a:gd name="T64" fmla="*/ 7534276 w 5216"/>
                <a:gd name="T65" fmla="*/ 1203325 h 762"/>
                <a:gd name="T66" fmla="*/ 7797801 w 5216"/>
                <a:gd name="T67" fmla="*/ 1187450 h 762"/>
                <a:gd name="T68" fmla="*/ 8045451 w 5216"/>
                <a:gd name="T69" fmla="*/ 1162050 h 762"/>
                <a:gd name="T70" fmla="*/ 8280401 w 5216"/>
                <a:gd name="T71" fmla="*/ 1133475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22">
              <a:extLst>
                <a:ext uri="{FF2B5EF4-FFF2-40B4-BE49-F238E27FC236}">
                  <a16:creationId xmlns:a16="http://schemas.microsoft.com/office/drawing/2014/main" id="{3F787780-1B32-4539-BEB6-3B2A8D88737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>
                <a:gd name="T0" fmla="*/ 0 w 5144"/>
                <a:gd name="T1" fmla="*/ 111125 h 694"/>
                <a:gd name="T2" fmla="*/ 0 w 5144"/>
                <a:gd name="T3" fmla="*/ 111125 h 694"/>
                <a:gd name="T4" fmla="*/ 28575 w 5144"/>
                <a:gd name="T5" fmla="*/ 104775 h 694"/>
                <a:gd name="T6" fmla="*/ 114300 w 5144"/>
                <a:gd name="T7" fmla="*/ 88900 h 694"/>
                <a:gd name="T8" fmla="*/ 260350 w 5144"/>
                <a:gd name="T9" fmla="*/ 66675 h 694"/>
                <a:gd name="T10" fmla="*/ 355600 w 5144"/>
                <a:gd name="T11" fmla="*/ 53975 h 694"/>
                <a:gd name="T12" fmla="*/ 466725 w 5144"/>
                <a:gd name="T13" fmla="*/ 41275 h 694"/>
                <a:gd name="T14" fmla="*/ 590550 w 5144"/>
                <a:gd name="T15" fmla="*/ 31750 h 694"/>
                <a:gd name="T16" fmla="*/ 733425 w 5144"/>
                <a:gd name="T17" fmla="*/ 22225 h 694"/>
                <a:gd name="T18" fmla="*/ 889000 w 5144"/>
                <a:gd name="T19" fmla="*/ 12700 h 694"/>
                <a:gd name="T20" fmla="*/ 1063625 w 5144"/>
                <a:gd name="T21" fmla="*/ 6350 h 694"/>
                <a:gd name="T22" fmla="*/ 1254125 w 5144"/>
                <a:gd name="T23" fmla="*/ 3175 h 694"/>
                <a:gd name="T24" fmla="*/ 1460500 w 5144"/>
                <a:gd name="T25" fmla="*/ 0 h 694"/>
                <a:gd name="T26" fmla="*/ 1682750 w 5144"/>
                <a:gd name="T27" fmla="*/ 3175 h 694"/>
                <a:gd name="T28" fmla="*/ 1920875 w 5144"/>
                <a:gd name="T29" fmla="*/ 9525 h 694"/>
                <a:gd name="T30" fmla="*/ 2178050 w 5144"/>
                <a:gd name="T31" fmla="*/ 22225 h 694"/>
                <a:gd name="T32" fmla="*/ 2451100 w 5144"/>
                <a:gd name="T33" fmla="*/ 38100 h 694"/>
                <a:gd name="T34" fmla="*/ 2740025 w 5144"/>
                <a:gd name="T35" fmla="*/ 63500 h 694"/>
                <a:gd name="T36" fmla="*/ 3048000 w 5144"/>
                <a:gd name="T37" fmla="*/ 92075 h 694"/>
                <a:gd name="T38" fmla="*/ 3375025 w 5144"/>
                <a:gd name="T39" fmla="*/ 127000 h 694"/>
                <a:gd name="T40" fmla="*/ 3717925 w 5144"/>
                <a:gd name="T41" fmla="*/ 168275 h 694"/>
                <a:gd name="T42" fmla="*/ 4079875 w 5144"/>
                <a:gd name="T43" fmla="*/ 219075 h 694"/>
                <a:gd name="T44" fmla="*/ 4457700 w 5144"/>
                <a:gd name="T45" fmla="*/ 276225 h 694"/>
                <a:gd name="T46" fmla="*/ 4854575 w 5144"/>
                <a:gd name="T47" fmla="*/ 342900 h 694"/>
                <a:gd name="T48" fmla="*/ 5270500 w 5144"/>
                <a:gd name="T49" fmla="*/ 422275 h 694"/>
                <a:gd name="T50" fmla="*/ 5705475 w 5144"/>
                <a:gd name="T51" fmla="*/ 508000 h 694"/>
                <a:gd name="T52" fmla="*/ 6159500 w 5144"/>
                <a:gd name="T53" fmla="*/ 603250 h 694"/>
                <a:gd name="T54" fmla="*/ 6632575 w 5144"/>
                <a:gd name="T55" fmla="*/ 711200 h 694"/>
                <a:gd name="T56" fmla="*/ 7124700 w 5144"/>
                <a:gd name="T57" fmla="*/ 828675 h 694"/>
                <a:gd name="T58" fmla="*/ 7635875 w 5144"/>
                <a:gd name="T59" fmla="*/ 958850 h 694"/>
                <a:gd name="T60" fmla="*/ 8166100 w 5144"/>
                <a:gd name="T61" fmla="*/ 1101725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26">
              <a:extLst>
                <a:ext uri="{FF2B5EF4-FFF2-40B4-BE49-F238E27FC236}">
                  <a16:creationId xmlns:a16="http://schemas.microsoft.com/office/drawing/2014/main" id="{03DDD7A3-3F40-4C34-990A-59F06ACF426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>
                <a:gd name="T0" fmla="*/ 0 w 3112"/>
                <a:gd name="T1" fmla="*/ 927100 h 584"/>
                <a:gd name="T2" fmla="*/ 0 w 3112"/>
                <a:gd name="T3" fmla="*/ 927100 h 584"/>
                <a:gd name="T4" fmla="*/ 142875 w 3112"/>
                <a:gd name="T5" fmla="*/ 889000 h 584"/>
                <a:gd name="T6" fmla="*/ 533400 w 3112"/>
                <a:gd name="T7" fmla="*/ 790575 h 584"/>
                <a:gd name="T8" fmla="*/ 803275 w 3112"/>
                <a:gd name="T9" fmla="*/ 723900 h 584"/>
                <a:gd name="T10" fmla="*/ 1114425 w 3112"/>
                <a:gd name="T11" fmla="*/ 650875 h 584"/>
                <a:gd name="T12" fmla="*/ 1460500 w 3112"/>
                <a:gd name="T13" fmla="*/ 571500 h 584"/>
                <a:gd name="T14" fmla="*/ 1831975 w 3112"/>
                <a:gd name="T15" fmla="*/ 485775 h 584"/>
                <a:gd name="T16" fmla="*/ 2225675 w 3112"/>
                <a:gd name="T17" fmla="*/ 403225 h 584"/>
                <a:gd name="T18" fmla="*/ 2628900 w 3112"/>
                <a:gd name="T19" fmla="*/ 320675 h 584"/>
                <a:gd name="T20" fmla="*/ 3041650 w 3112"/>
                <a:gd name="T21" fmla="*/ 244475 h 584"/>
                <a:gd name="T22" fmla="*/ 3451225 w 3112"/>
                <a:gd name="T23" fmla="*/ 171450 h 584"/>
                <a:gd name="T24" fmla="*/ 3654425 w 3112"/>
                <a:gd name="T25" fmla="*/ 139700 h 584"/>
                <a:gd name="T26" fmla="*/ 3851275 w 3112"/>
                <a:gd name="T27" fmla="*/ 107950 h 584"/>
                <a:gd name="T28" fmla="*/ 4048125 w 3112"/>
                <a:gd name="T29" fmla="*/ 82550 h 584"/>
                <a:gd name="T30" fmla="*/ 4238625 w 3112"/>
                <a:gd name="T31" fmla="*/ 57150 h 584"/>
                <a:gd name="T32" fmla="*/ 4425950 w 3112"/>
                <a:gd name="T33" fmla="*/ 38100 h 584"/>
                <a:gd name="T34" fmla="*/ 4603750 w 3112"/>
                <a:gd name="T35" fmla="*/ 22225 h 584"/>
                <a:gd name="T36" fmla="*/ 4775200 w 3112"/>
                <a:gd name="T37" fmla="*/ 9525 h 584"/>
                <a:gd name="T38" fmla="*/ 4940300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 useBgFill="1">
          <p:nvSpPr>
            <p:cNvPr id="10" name="Freeform 27">
              <a:extLst>
                <a:ext uri="{FF2B5EF4-FFF2-40B4-BE49-F238E27FC236}">
                  <a16:creationId xmlns:a16="http://schemas.microsoft.com/office/drawing/2014/main" id="{05C4E858-8DF6-4299-8431-13A19D57F05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>
                <a:gd name="T0" fmla="*/ 13004800 w 8196"/>
                <a:gd name="T1" fmla="*/ 812800 h 1192"/>
                <a:gd name="T2" fmla="*/ 12763500 w 8196"/>
                <a:gd name="T3" fmla="*/ 904875 h 1192"/>
                <a:gd name="T4" fmla="*/ 12506325 w 8196"/>
                <a:gd name="T5" fmla="*/ 984250 h 1192"/>
                <a:gd name="T6" fmla="*/ 12233275 w 8196"/>
                <a:gd name="T7" fmla="*/ 1057275 h 1192"/>
                <a:gd name="T8" fmla="*/ 11941175 w 8196"/>
                <a:gd name="T9" fmla="*/ 1114425 h 1192"/>
                <a:gd name="T10" fmla="*/ 11623675 w 8196"/>
                <a:gd name="T11" fmla="*/ 1158875 h 1192"/>
                <a:gd name="T12" fmla="*/ 11280775 w 8196"/>
                <a:gd name="T13" fmla="*/ 1190625 h 1192"/>
                <a:gd name="T14" fmla="*/ 10909300 w 8196"/>
                <a:gd name="T15" fmla="*/ 1209675 h 1192"/>
                <a:gd name="T16" fmla="*/ 10506075 w 8196"/>
                <a:gd name="T17" fmla="*/ 1206500 h 1192"/>
                <a:gd name="T18" fmla="*/ 10067925 w 8196"/>
                <a:gd name="T19" fmla="*/ 1190625 h 1192"/>
                <a:gd name="T20" fmla="*/ 9591675 w 8196"/>
                <a:gd name="T21" fmla="*/ 1152525 h 1192"/>
                <a:gd name="T22" fmla="*/ 9074150 w 8196"/>
                <a:gd name="T23" fmla="*/ 1095375 h 1192"/>
                <a:gd name="T24" fmla="*/ 8515350 w 8196"/>
                <a:gd name="T25" fmla="*/ 1019175 h 1192"/>
                <a:gd name="T26" fmla="*/ 7908925 w 8196"/>
                <a:gd name="T27" fmla="*/ 917575 h 1192"/>
                <a:gd name="T28" fmla="*/ 7251700 w 8196"/>
                <a:gd name="T29" fmla="*/ 793750 h 1192"/>
                <a:gd name="T30" fmla="*/ 6543675 w 8196"/>
                <a:gd name="T31" fmla="*/ 644525 h 1192"/>
                <a:gd name="T32" fmla="*/ 5778500 w 8196"/>
                <a:gd name="T33" fmla="*/ 469900 h 1192"/>
                <a:gd name="T34" fmla="*/ 5391150 w 8196"/>
                <a:gd name="T35" fmla="*/ 381000 h 1192"/>
                <a:gd name="T36" fmla="*/ 4657725 w 8196"/>
                <a:gd name="T37" fmla="*/ 234950 h 1192"/>
                <a:gd name="T38" fmla="*/ 3987800 w 8196"/>
                <a:gd name="T39" fmla="*/ 130175 h 1192"/>
                <a:gd name="T40" fmla="*/ 3375025 w 8196"/>
                <a:gd name="T41" fmla="*/ 57150 h 1192"/>
                <a:gd name="T42" fmla="*/ 2819400 w 8196"/>
                <a:gd name="T43" fmla="*/ 15875 h 1192"/>
                <a:gd name="T44" fmla="*/ 2320925 w 8196"/>
                <a:gd name="T45" fmla="*/ 0 h 1192"/>
                <a:gd name="T46" fmla="*/ 1876425 w 8196"/>
                <a:gd name="T47" fmla="*/ 6350 h 1192"/>
                <a:gd name="T48" fmla="*/ 1482725 w 8196"/>
                <a:gd name="T49" fmla="*/ 31750 h 1192"/>
                <a:gd name="T50" fmla="*/ 1136650 w 8196"/>
                <a:gd name="T51" fmla="*/ 69850 h 1192"/>
                <a:gd name="T52" fmla="*/ 841375 w 8196"/>
                <a:gd name="T53" fmla="*/ 117475 h 1192"/>
                <a:gd name="T54" fmla="*/ 593725 w 8196"/>
                <a:gd name="T55" fmla="*/ 171450 h 1192"/>
                <a:gd name="T56" fmla="*/ 393700 w 8196"/>
                <a:gd name="T57" fmla="*/ 228600 h 1192"/>
                <a:gd name="T58" fmla="*/ 234950 w 8196"/>
                <a:gd name="T59" fmla="*/ 279400 h 1192"/>
                <a:gd name="T60" fmla="*/ 76200 w 8196"/>
                <a:gd name="T61" fmla="*/ 342900 h 1192"/>
                <a:gd name="T62" fmla="*/ 0 w 8196"/>
                <a:gd name="T63" fmla="*/ 381000 h 1192"/>
                <a:gd name="T64" fmla="*/ 13004800 w 8196"/>
                <a:gd name="T65" fmla="*/ 1892300 h 1192"/>
                <a:gd name="T66" fmla="*/ 13011150 w 8196"/>
                <a:gd name="T67" fmla="*/ 1882775 h 1192"/>
                <a:gd name="T68" fmla="*/ 13011150 w 8196"/>
                <a:gd name="T69" fmla="*/ 809625 h 1192"/>
                <a:gd name="T70" fmla="*/ 13004800 w 8196"/>
                <a:gd name="T71" fmla="*/ 812800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1481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C5F74E8-B016-43DA-B303-8A5CC13F6B5E}"/>
              </a:ext>
            </a:extLst>
          </p:cNvPr>
          <p:cNvSpPr/>
          <p:nvPr/>
        </p:nvSpPr>
        <p:spPr>
          <a:xfrm>
            <a:off x="228600" y="228600"/>
            <a:ext cx="8696325" cy="2468563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1027" name="Group 15">
            <a:extLst>
              <a:ext uri="{FF2B5EF4-FFF2-40B4-BE49-F238E27FC236}">
                <a16:creationId xmlns:a16="http://schemas.microsoft.com/office/drawing/2014/main" id="{C5D613C3-44B0-4A63-BB51-F4A9935C5C6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11138" y="1679575"/>
            <a:ext cx="8723312" cy="1330325"/>
            <a:chOff x="-3905251" y="4294188"/>
            <a:chExt cx="13027839" cy="1892300"/>
          </a:xfrm>
        </p:grpSpPr>
        <p:sp>
          <p:nvSpPr>
            <p:cNvPr id="1035" name="Freeform 14">
              <a:extLst>
                <a:ext uri="{FF2B5EF4-FFF2-40B4-BE49-F238E27FC236}">
                  <a16:creationId xmlns:a16="http://schemas.microsoft.com/office/drawing/2014/main" id="{282A4B1E-8BE6-433C-A2FE-88B5384230A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>
                <a:gd name="T0" fmla="*/ 4286250 w 2706"/>
                <a:gd name="T1" fmla="*/ 0 h 640"/>
                <a:gd name="T2" fmla="*/ 4286250 w 2706"/>
                <a:gd name="T3" fmla="*/ 0 h 640"/>
                <a:gd name="T4" fmla="*/ 4105275 w 2706"/>
                <a:gd name="T5" fmla="*/ 28575 h 640"/>
                <a:gd name="T6" fmla="*/ 3921125 w 2706"/>
                <a:gd name="T7" fmla="*/ 60325 h 640"/>
                <a:gd name="T8" fmla="*/ 3733800 w 2706"/>
                <a:gd name="T9" fmla="*/ 95250 h 640"/>
                <a:gd name="T10" fmla="*/ 3540125 w 2706"/>
                <a:gd name="T11" fmla="*/ 130175 h 640"/>
                <a:gd name="T12" fmla="*/ 3343275 w 2706"/>
                <a:gd name="T13" fmla="*/ 171450 h 640"/>
                <a:gd name="T14" fmla="*/ 3140075 w 2706"/>
                <a:gd name="T15" fmla="*/ 212725 h 640"/>
                <a:gd name="T16" fmla="*/ 2933700 w 2706"/>
                <a:gd name="T17" fmla="*/ 260350 h 640"/>
                <a:gd name="T18" fmla="*/ 2720975 w 2706"/>
                <a:gd name="T19" fmla="*/ 307975 h 640"/>
                <a:gd name="T20" fmla="*/ 2720975 w 2706"/>
                <a:gd name="T21" fmla="*/ 307975 h 640"/>
                <a:gd name="T22" fmla="*/ 2336800 w 2706"/>
                <a:gd name="T23" fmla="*/ 400050 h 640"/>
                <a:gd name="T24" fmla="*/ 1962150 w 2706"/>
                <a:gd name="T25" fmla="*/ 482600 h 640"/>
                <a:gd name="T26" fmla="*/ 1603375 w 2706"/>
                <a:gd name="T27" fmla="*/ 558800 h 640"/>
                <a:gd name="T28" fmla="*/ 1257300 w 2706"/>
                <a:gd name="T29" fmla="*/ 631825 h 640"/>
                <a:gd name="T30" fmla="*/ 927100 w 2706"/>
                <a:gd name="T31" fmla="*/ 695325 h 640"/>
                <a:gd name="T32" fmla="*/ 606425 w 2706"/>
                <a:gd name="T33" fmla="*/ 752475 h 640"/>
                <a:gd name="T34" fmla="*/ 298450 w 2706"/>
                <a:gd name="T35" fmla="*/ 806450 h 640"/>
                <a:gd name="T36" fmla="*/ 0 w 2706"/>
                <a:gd name="T37" fmla="*/ 854075 h 640"/>
                <a:gd name="T38" fmla="*/ 0 w 2706"/>
                <a:gd name="T39" fmla="*/ 854075 h 640"/>
                <a:gd name="T40" fmla="*/ 206375 w 2706"/>
                <a:gd name="T41" fmla="*/ 882650 h 640"/>
                <a:gd name="T42" fmla="*/ 403225 w 2706"/>
                <a:gd name="T43" fmla="*/ 908050 h 640"/>
                <a:gd name="T44" fmla="*/ 593725 w 2706"/>
                <a:gd name="T45" fmla="*/ 930275 h 640"/>
                <a:gd name="T46" fmla="*/ 781050 w 2706"/>
                <a:gd name="T47" fmla="*/ 949325 h 640"/>
                <a:gd name="T48" fmla="*/ 962025 w 2706"/>
                <a:gd name="T49" fmla="*/ 968375 h 640"/>
                <a:gd name="T50" fmla="*/ 1136650 w 2706"/>
                <a:gd name="T51" fmla="*/ 981075 h 640"/>
                <a:gd name="T52" fmla="*/ 1304925 w 2706"/>
                <a:gd name="T53" fmla="*/ 993775 h 640"/>
                <a:gd name="T54" fmla="*/ 1470025 w 2706"/>
                <a:gd name="T55" fmla="*/ 1003300 h 640"/>
                <a:gd name="T56" fmla="*/ 1631950 w 2706"/>
                <a:gd name="T57" fmla="*/ 1009650 h 640"/>
                <a:gd name="T58" fmla="*/ 1787525 w 2706"/>
                <a:gd name="T59" fmla="*/ 1012825 h 640"/>
                <a:gd name="T60" fmla="*/ 1936750 w 2706"/>
                <a:gd name="T61" fmla="*/ 1016000 h 640"/>
                <a:gd name="T62" fmla="*/ 2082800 w 2706"/>
                <a:gd name="T63" fmla="*/ 1016000 h 640"/>
                <a:gd name="T64" fmla="*/ 2225675 w 2706"/>
                <a:gd name="T65" fmla="*/ 1012825 h 640"/>
                <a:gd name="T66" fmla="*/ 2365375 w 2706"/>
                <a:gd name="T67" fmla="*/ 1009650 h 640"/>
                <a:gd name="T68" fmla="*/ 2498725 w 2706"/>
                <a:gd name="T69" fmla="*/ 1003300 h 640"/>
                <a:gd name="T70" fmla="*/ 2628900 w 2706"/>
                <a:gd name="T71" fmla="*/ 993775 h 640"/>
                <a:gd name="T72" fmla="*/ 2752725 w 2706"/>
                <a:gd name="T73" fmla="*/ 984250 h 640"/>
                <a:gd name="T74" fmla="*/ 2876550 w 2706"/>
                <a:gd name="T75" fmla="*/ 971550 h 640"/>
                <a:gd name="T76" fmla="*/ 2994025 w 2706"/>
                <a:gd name="T77" fmla="*/ 955675 h 640"/>
                <a:gd name="T78" fmla="*/ 3111500 w 2706"/>
                <a:gd name="T79" fmla="*/ 939800 h 640"/>
                <a:gd name="T80" fmla="*/ 3222625 w 2706"/>
                <a:gd name="T81" fmla="*/ 920750 h 640"/>
                <a:gd name="T82" fmla="*/ 3333750 w 2706"/>
                <a:gd name="T83" fmla="*/ 901700 h 640"/>
                <a:gd name="T84" fmla="*/ 3438525 w 2706"/>
                <a:gd name="T85" fmla="*/ 879475 h 640"/>
                <a:gd name="T86" fmla="*/ 3543300 w 2706"/>
                <a:gd name="T87" fmla="*/ 857250 h 640"/>
                <a:gd name="T88" fmla="*/ 3644900 w 2706"/>
                <a:gd name="T89" fmla="*/ 831850 h 640"/>
                <a:gd name="T90" fmla="*/ 3743325 w 2706"/>
                <a:gd name="T91" fmla="*/ 806450 h 640"/>
                <a:gd name="T92" fmla="*/ 3838575 w 2706"/>
                <a:gd name="T93" fmla="*/ 777875 h 640"/>
                <a:gd name="T94" fmla="*/ 3933825 w 2706"/>
                <a:gd name="T95" fmla="*/ 749300 h 640"/>
                <a:gd name="T96" fmla="*/ 4114800 w 2706"/>
                <a:gd name="T97" fmla="*/ 685800 h 640"/>
                <a:gd name="T98" fmla="*/ 4289425 w 2706"/>
                <a:gd name="T99" fmla="*/ 619125 h 640"/>
                <a:gd name="T100" fmla="*/ 4289425 w 2706"/>
                <a:gd name="T101" fmla="*/ 619125 h 640"/>
                <a:gd name="T102" fmla="*/ 4295775 w 2706"/>
                <a:gd name="T103" fmla="*/ 615950 h 640"/>
                <a:gd name="T104" fmla="*/ 4295775 w 2706"/>
                <a:gd name="T105" fmla="*/ 615950 h 640"/>
                <a:gd name="T106" fmla="*/ 4295775 w 2706"/>
                <a:gd name="T107" fmla="*/ 0 h 640"/>
                <a:gd name="T108" fmla="*/ 4295775 w 2706"/>
                <a:gd name="T109" fmla="*/ 0 h 640"/>
                <a:gd name="T110" fmla="*/ 4286250 w 2706"/>
                <a:gd name="T111" fmla="*/ 0 h 640"/>
                <a:gd name="T112" fmla="*/ 4286250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6" name="Freeform 18">
              <a:extLst>
                <a:ext uri="{FF2B5EF4-FFF2-40B4-BE49-F238E27FC236}">
                  <a16:creationId xmlns:a16="http://schemas.microsoft.com/office/drawing/2014/main" id="{848F03DC-7E44-4307-83AD-ABEEFFAA011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>
                <a:gd name="T0" fmla="*/ 8280401 w 5216"/>
                <a:gd name="T1" fmla="*/ 1133475 h 762"/>
                <a:gd name="T2" fmla="*/ 7912101 w 5216"/>
                <a:gd name="T3" fmla="*/ 1089025 h 762"/>
                <a:gd name="T4" fmla="*/ 7108826 w 5216"/>
                <a:gd name="T5" fmla="*/ 968375 h 762"/>
                <a:gd name="T6" fmla="*/ 6213476 w 5216"/>
                <a:gd name="T7" fmla="*/ 806450 h 762"/>
                <a:gd name="T8" fmla="*/ 5216526 w 5216"/>
                <a:gd name="T9" fmla="*/ 593725 h 762"/>
                <a:gd name="T10" fmla="*/ 4676776 w 5216"/>
                <a:gd name="T11" fmla="*/ 469900 h 762"/>
                <a:gd name="T12" fmla="*/ 4257676 w 5216"/>
                <a:gd name="T13" fmla="*/ 374650 h 762"/>
                <a:gd name="T14" fmla="*/ 3857625 w 5216"/>
                <a:gd name="T15" fmla="*/ 292100 h 762"/>
                <a:gd name="T16" fmla="*/ 3476625 w 5216"/>
                <a:gd name="T17" fmla="*/ 222250 h 762"/>
                <a:gd name="T18" fmla="*/ 3111500 w 5216"/>
                <a:gd name="T19" fmla="*/ 161925 h 762"/>
                <a:gd name="T20" fmla="*/ 2762250 w 5216"/>
                <a:gd name="T21" fmla="*/ 114300 h 762"/>
                <a:gd name="T22" fmla="*/ 2117725 w 5216"/>
                <a:gd name="T23" fmla="*/ 44450 h 762"/>
                <a:gd name="T24" fmla="*/ 1539875 w 5216"/>
                <a:gd name="T25" fmla="*/ 6350 h 762"/>
                <a:gd name="T26" fmla="*/ 1022350 w 5216"/>
                <a:gd name="T27" fmla="*/ 0 h 762"/>
                <a:gd name="T28" fmla="*/ 568325 w 5216"/>
                <a:gd name="T29" fmla="*/ 15875 h 762"/>
                <a:gd name="T30" fmla="*/ 174625 w 5216"/>
                <a:gd name="T31" fmla="*/ 50800 h 762"/>
                <a:gd name="T32" fmla="*/ 0 w 5216"/>
                <a:gd name="T33" fmla="*/ 76200 h 762"/>
                <a:gd name="T34" fmla="*/ 498475 w 5216"/>
                <a:gd name="T35" fmla="*/ 136525 h 762"/>
                <a:gd name="T36" fmla="*/ 1035050 w 5216"/>
                <a:gd name="T37" fmla="*/ 222250 h 762"/>
                <a:gd name="T38" fmla="*/ 1609725 w 5216"/>
                <a:gd name="T39" fmla="*/ 333375 h 762"/>
                <a:gd name="T40" fmla="*/ 2225675 w 5216"/>
                <a:gd name="T41" fmla="*/ 469900 h 762"/>
                <a:gd name="T42" fmla="*/ 2787650 w 5216"/>
                <a:gd name="T43" fmla="*/ 600075 h 762"/>
                <a:gd name="T44" fmla="*/ 3822700 w 5216"/>
                <a:gd name="T45" fmla="*/ 819150 h 762"/>
                <a:gd name="T46" fmla="*/ 4298951 w 5216"/>
                <a:gd name="T47" fmla="*/ 908050 h 762"/>
                <a:gd name="T48" fmla="*/ 4749801 w 5216"/>
                <a:gd name="T49" fmla="*/ 984250 h 762"/>
                <a:gd name="T50" fmla="*/ 5175251 w 5216"/>
                <a:gd name="T51" fmla="*/ 1050925 h 762"/>
                <a:gd name="T52" fmla="*/ 5575301 w 5216"/>
                <a:gd name="T53" fmla="*/ 1101725 h 762"/>
                <a:gd name="T54" fmla="*/ 5953126 w 5216"/>
                <a:gd name="T55" fmla="*/ 1146175 h 762"/>
                <a:gd name="T56" fmla="*/ 6308726 w 5216"/>
                <a:gd name="T57" fmla="*/ 1174750 h 762"/>
                <a:gd name="T58" fmla="*/ 6642101 w 5216"/>
                <a:gd name="T59" fmla="*/ 1196975 h 762"/>
                <a:gd name="T60" fmla="*/ 6959601 w 5216"/>
                <a:gd name="T61" fmla="*/ 1209675 h 762"/>
                <a:gd name="T62" fmla="*/ 7254876 w 5216"/>
                <a:gd name="T63" fmla="*/ 1209675 h 762"/>
                <a:gd name="T64" fmla="*/ 7534276 w 5216"/>
                <a:gd name="T65" fmla="*/ 1203325 h 762"/>
                <a:gd name="T66" fmla="*/ 7797801 w 5216"/>
                <a:gd name="T67" fmla="*/ 1187450 h 762"/>
                <a:gd name="T68" fmla="*/ 8045451 w 5216"/>
                <a:gd name="T69" fmla="*/ 1162050 h 762"/>
                <a:gd name="T70" fmla="*/ 8280401 w 5216"/>
                <a:gd name="T71" fmla="*/ 1133475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7" name="Freeform 22">
              <a:extLst>
                <a:ext uri="{FF2B5EF4-FFF2-40B4-BE49-F238E27FC236}">
                  <a16:creationId xmlns:a16="http://schemas.microsoft.com/office/drawing/2014/main" id="{A5F48FE6-1E71-444B-A8C0-E1148F8DD96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>
                <a:gd name="T0" fmla="*/ 0 w 5144"/>
                <a:gd name="T1" fmla="*/ 111125 h 694"/>
                <a:gd name="T2" fmla="*/ 0 w 5144"/>
                <a:gd name="T3" fmla="*/ 111125 h 694"/>
                <a:gd name="T4" fmla="*/ 28575 w 5144"/>
                <a:gd name="T5" fmla="*/ 104775 h 694"/>
                <a:gd name="T6" fmla="*/ 114300 w 5144"/>
                <a:gd name="T7" fmla="*/ 88900 h 694"/>
                <a:gd name="T8" fmla="*/ 260350 w 5144"/>
                <a:gd name="T9" fmla="*/ 66675 h 694"/>
                <a:gd name="T10" fmla="*/ 355600 w 5144"/>
                <a:gd name="T11" fmla="*/ 53975 h 694"/>
                <a:gd name="T12" fmla="*/ 466725 w 5144"/>
                <a:gd name="T13" fmla="*/ 41275 h 694"/>
                <a:gd name="T14" fmla="*/ 590550 w 5144"/>
                <a:gd name="T15" fmla="*/ 31750 h 694"/>
                <a:gd name="T16" fmla="*/ 733425 w 5144"/>
                <a:gd name="T17" fmla="*/ 22225 h 694"/>
                <a:gd name="T18" fmla="*/ 889000 w 5144"/>
                <a:gd name="T19" fmla="*/ 12700 h 694"/>
                <a:gd name="T20" fmla="*/ 1063625 w 5144"/>
                <a:gd name="T21" fmla="*/ 6350 h 694"/>
                <a:gd name="T22" fmla="*/ 1254125 w 5144"/>
                <a:gd name="T23" fmla="*/ 3175 h 694"/>
                <a:gd name="T24" fmla="*/ 1460500 w 5144"/>
                <a:gd name="T25" fmla="*/ 0 h 694"/>
                <a:gd name="T26" fmla="*/ 1682750 w 5144"/>
                <a:gd name="T27" fmla="*/ 3175 h 694"/>
                <a:gd name="T28" fmla="*/ 1920875 w 5144"/>
                <a:gd name="T29" fmla="*/ 9525 h 694"/>
                <a:gd name="T30" fmla="*/ 2178050 w 5144"/>
                <a:gd name="T31" fmla="*/ 22225 h 694"/>
                <a:gd name="T32" fmla="*/ 2451100 w 5144"/>
                <a:gd name="T33" fmla="*/ 38100 h 694"/>
                <a:gd name="T34" fmla="*/ 2740025 w 5144"/>
                <a:gd name="T35" fmla="*/ 63500 h 694"/>
                <a:gd name="T36" fmla="*/ 3048000 w 5144"/>
                <a:gd name="T37" fmla="*/ 92075 h 694"/>
                <a:gd name="T38" fmla="*/ 3375025 w 5144"/>
                <a:gd name="T39" fmla="*/ 127000 h 694"/>
                <a:gd name="T40" fmla="*/ 3717925 w 5144"/>
                <a:gd name="T41" fmla="*/ 168275 h 694"/>
                <a:gd name="T42" fmla="*/ 4079875 w 5144"/>
                <a:gd name="T43" fmla="*/ 219075 h 694"/>
                <a:gd name="T44" fmla="*/ 4457700 w 5144"/>
                <a:gd name="T45" fmla="*/ 276225 h 694"/>
                <a:gd name="T46" fmla="*/ 4854575 w 5144"/>
                <a:gd name="T47" fmla="*/ 342900 h 694"/>
                <a:gd name="T48" fmla="*/ 5270500 w 5144"/>
                <a:gd name="T49" fmla="*/ 422275 h 694"/>
                <a:gd name="T50" fmla="*/ 5705475 w 5144"/>
                <a:gd name="T51" fmla="*/ 508000 h 694"/>
                <a:gd name="T52" fmla="*/ 6159500 w 5144"/>
                <a:gd name="T53" fmla="*/ 603250 h 694"/>
                <a:gd name="T54" fmla="*/ 6632575 w 5144"/>
                <a:gd name="T55" fmla="*/ 711200 h 694"/>
                <a:gd name="T56" fmla="*/ 7124700 w 5144"/>
                <a:gd name="T57" fmla="*/ 828675 h 694"/>
                <a:gd name="T58" fmla="*/ 7635875 w 5144"/>
                <a:gd name="T59" fmla="*/ 958850 h 694"/>
                <a:gd name="T60" fmla="*/ 8166100 w 5144"/>
                <a:gd name="T61" fmla="*/ 1101725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8" name="Freeform 26">
              <a:extLst>
                <a:ext uri="{FF2B5EF4-FFF2-40B4-BE49-F238E27FC236}">
                  <a16:creationId xmlns:a16="http://schemas.microsoft.com/office/drawing/2014/main" id="{EF758C2D-8011-4D30-B499-82971EF9E2D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>
                <a:gd name="T0" fmla="*/ 0 w 3112"/>
                <a:gd name="T1" fmla="*/ 927100 h 584"/>
                <a:gd name="T2" fmla="*/ 0 w 3112"/>
                <a:gd name="T3" fmla="*/ 927100 h 584"/>
                <a:gd name="T4" fmla="*/ 142875 w 3112"/>
                <a:gd name="T5" fmla="*/ 889000 h 584"/>
                <a:gd name="T6" fmla="*/ 533400 w 3112"/>
                <a:gd name="T7" fmla="*/ 790575 h 584"/>
                <a:gd name="T8" fmla="*/ 803275 w 3112"/>
                <a:gd name="T9" fmla="*/ 723900 h 584"/>
                <a:gd name="T10" fmla="*/ 1114425 w 3112"/>
                <a:gd name="T11" fmla="*/ 650875 h 584"/>
                <a:gd name="T12" fmla="*/ 1460500 w 3112"/>
                <a:gd name="T13" fmla="*/ 571500 h 584"/>
                <a:gd name="T14" fmla="*/ 1831975 w 3112"/>
                <a:gd name="T15" fmla="*/ 485775 h 584"/>
                <a:gd name="T16" fmla="*/ 2225675 w 3112"/>
                <a:gd name="T17" fmla="*/ 403225 h 584"/>
                <a:gd name="T18" fmla="*/ 2628900 w 3112"/>
                <a:gd name="T19" fmla="*/ 320675 h 584"/>
                <a:gd name="T20" fmla="*/ 3041650 w 3112"/>
                <a:gd name="T21" fmla="*/ 244475 h 584"/>
                <a:gd name="T22" fmla="*/ 3451225 w 3112"/>
                <a:gd name="T23" fmla="*/ 171450 h 584"/>
                <a:gd name="T24" fmla="*/ 3654425 w 3112"/>
                <a:gd name="T25" fmla="*/ 139700 h 584"/>
                <a:gd name="T26" fmla="*/ 3851275 w 3112"/>
                <a:gd name="T27" fmla="*/ 107950 h 584"/>
                <a:gd name="T28" fmla="*/ 4048125 w 3112"/>
                <a:gd name="T29" fmla="*/ 82550 h 584"/>
                <a:gd name="T30" fmla="*/ 4238625 w 3112"/>
                <a:gd name="T31" fmla="*/ 57150 h 584"/>
                <a:gd name="T32" fmla="*/ 4425950 w 3112"/>
                <a:gd name="T33" fmla="*/ 38100 h 584"/>
                <a:gd name="T34" fmla="*/ 4603750 w 3112"/>
                <a:gd name="T35" fmla="*/ 22225 h 584"/>
                <a:gd name="T36" fmla="*/ 4775200 w 3112"/>
                <a:gd name="T37" fmla="*/ 9525 h 584"/>
                <a:gd name="T38" fmla="*/ 4940300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 useBgFill="1">
          <p:nvSpPr>
            <p:cNvPr id="1039" name="Freeform 10">
              <a:extLst>
                <a:ext uri="{FF2B5EF4-FFF2-40B4-BE49-F238E27FC236}">
                  <a16:creationId xmlns:a16="http://schemas.microsoft.com/office/drawing/2014/main" id="{9AC1CF5E-5A5B-4766-BE09-3476DD7D423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>
                <a:gd name="T0" fmla="*/ 13021481 w 8196"/>
                <a:gd name="T1" fmla="*/ 812800 h 1192"/>
                <a:gd name="T2" fmla="*/ 12779871 w 8196"/>
                <a:gd name="T3" fmla="*/ 904875 h 1192"/>
                <a:gd name="T4" fmla="*/ 12522366 w 8196"/>
                <a:gd name="T5" fmla="*/ 984250 h 1192"/>
                <a:gd name="T6" fmla="*/ 12248966 w 8196"/>
                <a:gd name="T7" fmla="*/ 1057275 h 1192"/>
                <a:gd name="T8" fmla="*/ 11956492 w 8196"/>
                <a:gd name="T9" fmla="*/ 1114425 h 1192"/>
                <a:gd name="T10" fmla="*/ 11638584 w 8196"/>
                <a:gd name="T11" fmla="*/ 1158875 h 1192"/>
                <a:gd name="T12" fmla="*/ 11295245 w 8196"/>
                <a:gd name="T13" fmla="*/ 1190625 h 1192"/>
                <a:gd name="T14" fmla="*/ 10923293 w 8196"/>
                <a:gd name="T15" fmla="*/ 1209675 h 1192"/>
                <a:gd name="T16" fmla="*/ 10519551 w 8196"/>
                <a:gd name="T17" fmla="*/ 1206500 h 1192"/>
                <a:gd name="T18" fmla="*/ 10080839 w 8196"/>
                <a:gd name="T19" fmla="*/ 1190625 h 1192"/>
                <a:gd name="T20" fmla="*/ 9603978 w 8196"/>
                <a:gd name="T21" fmla="*/ 1152525 h 1192"/>
                <a:gd name="T22" fmla="*/ 9085789 w 8196"/>
                <a:gd name="T23" fmla="*/ 1095375 h 1192"/>
                <a:gd name="T24" fmla="*/ 8526272 w 8196"/>
                <a:gd name="T25" fmla="*/ 1019175 h 1192"/>
                <a:gd name="T26" fmla="*/ 7919070 w 8196"/>
                <a:gd name="T27" fmla="*/ 917575 h 1192"/>
                <a:gd name="T28" fmla="*/ 7261002 w 8196"/>
                <a:gd name="T29" fmla="*/ 793750 h 1192"/>
                <a:gd name="T30" fmla="*/ 6552068 w 8196"/>
                <a:gd name="T31" fmla="*/ 644525 h 1192"/>
                <a:gd name="T32" fmla="*/ 5785912 w 8196"/>
                <a:gd name="T33" fmla="*/ 469900 h 1192"/>
                <a:gd name="T34" fmla="*/ 5398065 w 8196"/>
                <a:gd name="T35" fmla="*/ 381000 h 1192"/>
                <a:gd name="T36" fmla="*/ 4663699 w 8196"/>
                <a:gd name="T37" fmla="*/ 234950 h 1192"/>
                <a:gd name="T38" fmla="*/ 3992915 w 8196"/>
                <a:gd name="T39" fmla="*/ 130175 h 1192"/>
                <a:gd name="T40" fmla="*/ 3379354 w 8196"/>
                <a:gd name="T41" fmla="*/ 57150 h 1192"/>
                <a:gd name="T42" fmla="*/ 2823016 w 8196"/>
                <a:gd name="T43" fmla="*/ 15875 h 1192"/>
                <a:gd name="T44" fmla="*/ 2323902 w 8196"/>
                <a:gd name="T45" fmla="*/ 0 h 1192"/>
                <a:gd name="T46" fmla="*/ 1878832 w 8196"/>
                <a:gd name="T47" fmla="*/ 6350 h 1192"/>
                <a:gd name="T48" fmla="*/ 1484627 w 8196"/>
                <a:gd name="T49" fmla="*/ 31750 h 1192"/>
                <a:gd name="T50" fmla="*/ 1138108 w 8196"/>
                <a:gd name="T51" fmla="*/ 69850 h 1192"/>
                <a:gd name="T52" fmla="*/ 842454 w 8196"/>
                <a:gd name="T53" fmla="*/ 117475 h 1192"/>
                <a:gd name="T54" fmla="*/ 594487 w 8196"/>
                <a:gd name="T55" fmla="*/ 171450 h 1192"/>
                <a:gd name="T56" fmla="*/ 394205 w 8196"/>
                <a:gd name="T57" fmla="*/ 228600 h 1192"/>
                <a:gd name="T58" fmla="*/ 235251 w 8196"/>
                <a:gd name="T59" fmla="*/ 279400 h 1192"/>
                <a:gd name="T60" fmla="*/ 76298 w 8196"/>
                <a:gd name="T61" fmla="*/ 342900 h 1192"/>
                <a:gd name="T62" fmla="*/ 0 w 8196"/>
                <a:gd name="T63" fmla="*/ 381000 h 1192"/>
                <a:gd name="T64" fmla="*/ 13021481 w 8196"/>
                <a:gd name="T65" fmla="*/ 1892300 h 1192"/>
                <a:gd name="T66" fmla="*/ 13027839 w 8196"/>
                <a:gd name="T67" fmla="*/ 1882775 h 1192"/>
                <a:gd name="T68" fmla="*/ 13027839 w 8196"/>
                <a:gd name="T69" fmla="*/ 809625 h 1192"/>
                <a:gd name="T70" fmla="*/ 13021481 w 8196"/>
                <a:gd name="T71" fmla="*/ 812800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28" name="Title Placeholder 1">
            <a:extLst>
              <a:ext uri="{FF2B5EF4-FFF2-40B4-BE49-F238E27FC236}">
                <a16:creationId xmlns:a16="http://schemas.microsoft.com/office/drawing/2014/main" id="{CE7F6BCD-4852-41FE-AC79-667660127B4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338138"/>
            <a:ext cx="8229600" cy="1252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32" name="Text Placeholder 2">
            <a:extLst>
              <a:ext uri="{FF2B5EF4-FFF2-40B4-BE49-F238E27FC236}">
                <a16:creationId xmlns:a16="http://schemas.microsoft.com/office/drawing/2014/main" id="{A4EA1179-FDE2-4179-96B2-2B0ED319028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871538" y="2674938"/>
            <a:ext cx="7408862" cy="345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33" name="Line 41">
            <a:extLst>
              <a:ext uri="{FF2B5EF4-FFF2-40B4-BE49-F238E27FC236}">
                <a16:creationId xmlns:a16="http://schemas.microsoft.com/office/drawing/2014/main" id="{7D2FBC14-2683-4DF2-9725-A1AEF97D0849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468313" y="6308725"/>
            <a:ext cx="8496300" cy="0"/>
          </a:xfrm>
          <a:prstGeom prst="line">
            <a:avLst/>
          </a:prstGeom>
          <a:noFill/>
          <a:ln w="9525">
            <a:solidFill>
              <a:srgbClr val="007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4" name="Line 46">
            <a:extLst>
              <a:ext uri="{FF2B5EF4-FFF2-40B4-BE49-F238E27FC236}">
                <a16:creationId xmlns:a16="http://schemas.microsoft.com/office/drawing/2014/main" id="{92C466B9-2BBF-4E44-B460-179B5CA65166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468313" y="1196975"/>
            <a:ext cx="8496300" cy="0"/>
          </a:xfrm>
          <a:prstGeom prst="line">
            <a:avLst/>
          </a:prstGeom>
          <a:noFill/>
          <a:ln w="9525">
            <a:solidFill>
              <a:srgbClr val="007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66" r:id="rId1"/>
    <p:sldLayoutId id="2147484167" r:id="rId2"/>
    <p:sldLayoutId id="2147484168" r:id="rId3"/>
    <p:sldLayoutId id="2147484162" r:id="rId4"/>
    <p:sldLayoutId id="2147484163" r:id="rId5"/>
    <p:sldLayoutId id="2147484164" r:id="rId6"/>
    <p:sldLayoutId id="2147484169" r:id="rId7"/>
    <p:sldLayoutId id="2147484170" r:id="rId8"/>
    <p:sldLayoutId id="2147484171" r:id="rId9"/>
    <p:sldLayoutId id="2147484165" r:id="rId10"/>
    <p:sldLayoutId id="2147484172" r:id="rId11"/>
  </p:sldLayoutIdLst>
  <p:hf sldNum="0"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Candar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Candar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Candar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Candara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kern="1200">
          <a:solidFill>
            <a:schemeClr val="tx2"/>
          </a:solidFill>
          <a:latin typeface="+mn-lt"/>
          <a:ea typeface="+mn-ea"/>
          <a:cs typeface="+mn-cs"/>
        </a:defRPr>
      </a:lvl4pPr>
      <a:lvl5pPr marL="1462088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45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25.xml"/><Relationship Id="rId3" Type="http://schemas.openxmlformats.org/officeDocument/2006/relationships/slide" Target="slide13.xml"/><Relationship Id="rId7" Type="http://schemas.openxmlformats.org/officeDocument/2006/relationships/slide" Target="slide41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4.xml"/><Relationship Id="rId5" Type="http://schemas.openxmlformats.org/officeDocument/2006/relationships/slide" Target="slide40.xml"/><Relationship Id="rId10" Type="http://schemas.openxmlformats.org/officeDocument/2006/relationships/slide" Target="slide45.xml"/><Relationship Id="rId4" Type="http://schemas.openxmlformats.org/officeDocument/2006/relationships/slide" Target="slide32.xml"/><Relationship Id="rId9" Type="http://schemas.openxmlformats.org/officeDocument/2006/relationships/slide" Target="slide3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A29BC-C734-6338-FFB7-FE9390A1E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EA176DD-DF14-9C08-C8B9-195C2442E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44824"/>
            <a:ext cx="7823200" cy="4281339"/>
          </a:xfrm>
        </p:spPr>
        <p:txBody>
          <a:bodyPr/>
          <a:lstStyle/>
          <a:p>
            <a:r>
              <a:rPr lang="nl-NL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 1: C# Preview (has been given in first 2 weeks)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/>
              </a:rPr>
              <a:t>Chapter 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:C# OOP basics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sldjump"/>
              </a:rPr>
              <a:t>Chapter 3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:Creating C# classes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 4: C# data types, objects and references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 5: Interfaces, polymorphism and inheritance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 6: Arrays and collections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 7: UML refinement ,SOLID principles and Design Patterns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 Chapters 4,5,6 and 7 will be provided in separate Files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2389E8E-853C-E8A3-6DA8-17D9133FB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Agenda</a:t>
            </a:r>
          </a:p>
        </p:txBody>
      </p:sp>
    </p:spTree>
    <p:extLst>
      <p:ext uri="{BB962C8B-B14F-4D97-AF65-F5344CB8AC3E}">
        <p14:creationId xmlns:p14="http://schemas.microsoft.com/office/powerpoint/2010/main" val="3462513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B5C253C-CCA0-F676-D80F-B0DCE223F0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44824"/>
            <a:ext cx="7823200" cy="4281339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/>
              </a:rPr>
              <a:t>Chapter 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:C# OOP basics</a:t>
            </a:r>
          </a:p>
          <a:p>
            <a:pPr lvl="1"/>
            <a:r>
              <a:rPr lang="en-GB" altLang="en-US" dirty="0">
                <a:hlinkClick r:id="rId3" action="ppaction://hlinksldjump"/>
              </a:rPr>
              <a:t>Class</a:t>
            </a:r>
            <a:r>
              <a:rPr lang="en-GB" altLang="en-US" dirty="0"/>
              <a:t> diagrams : Later </a:t>
            </a:r>
            <a:r>
              <a:rPr lang="en-GB" altLang="en-US" dirty="0">
                <a:hlinkClick r:id="rId4" action="ppaction://hlinksldjump"/>
              </a:rPr>
              <a:t>with</a:t>
            </a:r>
            <a:r>
              <a:rPr lang="en-GB" altLang="en-US" dirty="0"/>
              <a:t> more detail ,and then Class </a:t>
            </a:r>
            <a:r>
              <a:rPr lang="en-GB" altLang="en-US" dirty="0">
                <a:hlinkClick r:id="rId5" action="ppaction://hlinksldjump"/>
              </a:rPr>
              <a:t>Relationships</a:t>
            </a:r>
            <a:endParaRPr lang="en-GB" altLang="en-US" dirty="0"/>
          </a:p>
          <a:p>
            <a:pPr lvl="1"/>
            <a:r>
              <a:rPr lang="en-GB" altLang="en-US" dirty="0">
                <a:hlinkClick r:id="rId6" action="ppaction://hlinksldjump"/>
              </a:rPr>
              <a:t>Object</a:t>
            </a:r>
            <a:r>
              <a:rPr lang="en-GB" altLang="en-US" dirty="0"/>
              <a:t> diagrams : Later then Object </a:t>
            </a:r>
            <a:r>
              <a:rPr lang="en-GB" altLang="en-US" dirty="0">
                <a:hlinkClick r:id="rId7" action="ppaction://hlinksldjump"/>
              </a:rPr>
              <a:t>Relationships</a:t>
            </a:r>
            <a:endParaRPr lang="en-GB" altLang="en-US" dirty="0"/>
          </a:p>
          <a:p>
            <a:pPr lvl="1"/>
            <a:r>
              <a:rPr lang="en-GB" altLang="en-US" dirty="0"/>
              <a:t>messages </a:t>
            </a:r>
            <a:r>
              <a:rPr lang="en-GB" altLang="en-US" dirty="0">
                <a:hlinkClick r:id="rId8" action="ppaction://hlinksldjump"/>
              </a:rPr>
              <a:t>example</a:t>
            </a:r>
            <a:r>
              <a:rPr lang="en-GB" altLang="en-US" dirty="0"/>
              <a:t> code ,will be explained through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9" action="ppaction://hlinksldjump"/>
              </a:rPr>
              <a:t>Sequence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diagram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10" action="ppaction://hlinksldjump"/>
              </a:rPr>
              <a:t>Chapter 3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:Creating C# classes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DA341E1-F66E-6BC0-BB82-D88977675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947171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607CEC39-11D7-495F-B70C-C76B10879F9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4213" y="1196975"/>
            <a:ext cx="7772400" cy="1779588"/>
          </a:xfrm>
        </p:spPr>
        <p:txBody>
          <a:bodyPr/>
          <a:lstStyle/>
          <a:p>
            <a:pPr eaLnBrk="1" hangingPunct="1"/>
            <a:r>
              <a:rPr lang="en-GB" altLang="en-US" sz="4000" dirty="0"/>
              <a:t>Object Oriented Programming</a:t>
            </a:r>
            <a:endParaRPr lang="en-US" altLang="en-US" sz="4000" dirty="0"/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7A8AEF71-C976-4DE8-AAED-2D0112CE7E8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835150" y="3284538"/>
            <a:ext cx="5400675" cy="1100137"/>
          </a:xfrm>
        </p:spPr>
        <p:txBody>
          <a:bodyPr rtlCol="0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sz="2400" b="1" dirty="0"/>
              <a:t>Chapter 2</a:t>
            </a:r>
            <a:r>
              <a:rPr lang="en-US" sz="2400" b="1" dirty="0"/>
              <a:t>: </a:t>
            </a:r>
            <a:r>
              <a:rPr lang="en-GB" altLang="en-US" sz="2400" b="1" dirty="0"/>
              <a:t>C# OOP basics</a:t>
            </a:r>
            <a:endParaRPr lang="en-GB" sz="24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9220" name="Footer Placeholder 1">
            <a:extLst>
              <a:ext uri="{FF2B5EF4-FFF2-40B4-BE49-F238E27FC236}">
                <a16:creationId xmlns:a16="http://schemas.microsoft.com/office/drawing/2014/main" id="{FD419FD9-0B01-4915-BFF0-28A91EA5D82E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193675" y="6249988"/>
            <a:ext cx="3786188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tx2"/>
                </a:solidFill>
              </a:rPr>
              <a:t>Object Oriented Programming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Content Placeholder 2">
            <a:extLst>
              <a:ext uri="{FF2B5EF4-FFF2-40B4-BE49-F238E27FC236}">
                <a16:creationId xmlns:a16="http://schemas.microsoft.com/office/drawing/2014/main" id="{7A0072BB-33A6-4BDF-AE75-B0DEAF422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688" y="2095500"/>
            <a:ext cx="8472487" cy="4718050"/>
          </a:xfrm>
        </p:spPr>
        <p:txBody>
          <a:bodyPr/>
          <a:lstStyle/>
          <a:p>
            <a:pPr eaLnBrk="1" hangingPunct="1"/>
            <a:r>
              <a:rPr lang="en-GB" altLang="en-US" dirty="0"/>
              <a:t>A programming approach which uses </a:t>
            </a:r>
            <a:r>
              <a:rPr lang="en-GB" altLang="en-US" b="1" dirty="0"/>
              <a:t>objects</a:t>
            </a:r>
          </a:p>
          <a:p>
            <a:pPr eaLnBrk="1" hangingPunct="1"/>
            <a:r>
              <a:rPr lang="en-GB" altLang="en-US" dirty="0"/>
              <a:t>An object is a software </a:t>
            </a:r>
            <a:r>
              <a:rPr lang="en-GB" altLang="en-US" u="sng" dirty="0">
                <a:solidFill>
                  <a:srgbClr val="FF0000"/>
                </a:solidFill>
              </a:rPr>
              <a:t>component</a:t>
            </a:r>
            <a:r>
              <a:rPr lang="en-GB" altLang="en-US" dirty="0"/>
              <a:t> which has </a:t>
            </a:r>
            <a:r>
              <a:rPr lang="en-GB" altLang="en-US" b="1" dirty="0"/>
              <a:t>properties</a:t>
            </a:r>
            <a:r>
              <a:rPr lang="en-GB" altLang="en-US" dirty="0"/>
              <a:t> and </a:t>
            </a:r>
            <a:r>
              <a:rPr lang="en-GB" altLang="en-US" b="1" dirty="0"/>
              <a:t>behaviour</a:t>
            </a:r>
          </a:p>
          <a:p>
            <a:pPr eaLnBrk="1" hangingPunct="1"/>
            <a:r>
              <a:rPr lang="en-GB" altLang="en-US" dirty="0"/>
              <a:t>When a program runs objects are created and work together to perform the program’s tasks</a:t>
            </a:r>
          </a:p>
          <a:p>
            <a:pPr eaLnBrk="1" hangingPunct="1"/>
            <a:r>
              <a:rPr lang="en-GB" altLang="en-US" dirty="0"/>
              <a:t>Most modern programming languages support object orientation</a:t>
            </a:r>
          </a:p>
          <a:p>
            <a:pPr lvl="1" eaLnBrk="1" hangingPunct="1"/>
            <a:r>
              <a:rPr lang="en-GB" altLang="en-US" dirty="0"/>
              <a:t>C#, Java, VB.NET, C++, PHP, etc.</a:t>
            </a:r>
          </a:p>
        </p:txBody>
      </p:sp>
      <p:sp>
        <p:nvSpPr>
          <p:cNvPr id="10243" name="Footer Placeholder 3">
            <a:extLst>
              <a:ext uri="{FF2B5EF4-FFF2-40B4-BE49-F238E27FC236}">
                <a16:creationId xmlns:a16="http://schemas.microsoft.com/office/drawing/2014/main" id="{84C98F00-9099-4715-85F3-92F3B486701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3990975" y="6249988"/>
            <a:ext cx="11620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70C0"/>
                </a:solidFill>
                <a:latin typeface="Calibri" panose="020F0502020204030204" pitchFamily="34" charset="0"/>
              </a:rPr>
              <a:t>C# OOP basics</a:t>
            </a:r>
          </a:p>
          <a:p>
            <a:pPr eaLnBrk="1" hangingPunct="1"/>
            <a:fld id="{3BF74D6B-CEE5-4039-9781-878B53B325DA}" type="slidenum">
              <a:rPr lang="en-US" altLang="en-US">
                <a:solidFill>
                  <a:srgbClr val="0070C0"/>
                </a:solidFill>
                <a:latin typeface="Calibri" panose="020F0502020204030204" pitchFamily="34" charset="0"/>
              </a:rPr>
              <a:pPr eaLnBrk="1" hangingPunct="1"/>
              <a:t>4</a:t>
            </a:fld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  <a:p>
            <a:pPr eaLnBrk="1" hangingPunct="1"/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12290" name="Title 1">
            <a:extLst>
              <a:ext uri="{FF2B5EF4-FFF2-40B4-BE49-F238E27FC236}">
                <a16:creationId xmlns:a16="http://schemas.microsoft.com/office/drawing/2014/main" id="{ACB32C6C-7FA5-463F-8634-30BFB6252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dirty="0"/>
              <a:t>What is object oriented programming?</a:t>
            </a:r>
          </a:p>
        </p:txBody>
      </p:sp>
    </p:spTree>
    <p:extLst>
      <p:ext uri="{BB962C8B-B14F-4D97-AF65-F5344CB8AC3E}">
        <p14:creationId xmlns:p14="http://schemas.microsoft.com/office/powerpoint/2010/main" val="2416492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Content Placeholder 2">
            <a:extLst>
              <a:ext uri="{FF2B5EF4-FFF2-40B4-BE49-F238E27FC236}">
                <a16:creationId xmlns:a16="http://schemas.microsoft.com/office/drawing/2014/main" id="{9624D859-D98F-4C75-AE81-B5A9051DC2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Object-orientation offers some key benefits:</a:t>
            </a:r>
          </a:p>
          <a:p>
            <a:pPr lvl="1" eaLnBrk="1" hangingPunct="1"/>
            <a:r>
              <a:rPr lang="en-GB" altLang="en-US" dirty="0"/>
              <a:t>Code re-use – DRY principle</a:t>
            </a:r>
          </a:p>
          <a:p>
            <a:pPr lvl="1" eaLnBrk="1" hangingPunct="1"/>
            <a:r>
              <a:rPr lang="en-GB" altLang="en-US" dirty="0"/>
              <a:t>Ability to model real-world environments</a:t>
            </a:r>
          </a:p>
          <a:p>
            <a:pPr lvl="1" eaLnBrk="1" hangingPunct="1"/>
            <a:r>
              <a:rPr lang="en-GB" altLang="en-US" dirty="0"/>
              <a:t>Understandability</a:t>
            </a:r>
          </a:p>
          <a:p>
            <a:pPr eaLnBrk="1" hangingPunct="1"/>
            <a:r>
              <a:rPr lang="en-GB" altLang="en-US" dirty="0"/>
              <a:t>Many kinds of software application can benefit from object oriented approach</a:t>
            </a:r>
          </a:p>
          <a:p>
            <a:pPr eaLnBrk="1" hangingPunct="1"/>
            <a:r>
              <a:rPr lang="en-GB" altLang="en-US" dirty="0"/>
              <a:t>GUI applications, web applications, games, etc.</a:t>
            </a:r>
          </a:p>
        </p:txBody>
      </p:sp>
      <p:sp>
        <p:nvSpPr>
          <p:cNvPr id="11267" name="Footer Placeholder 3">
            <a:extLst>
              <a:ext uri="{FF2B5EF4-FFF2-40B4-BE49-F238E27FC236}">
                <a16:creationId xmlns:a16="http://schemas.microsoft.com/office/drawing/2014/main" id="{14304328-ED5C-4ECF-92DA-6B10E1B4FC8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3990975" y="6249988"/>
            <a:ext cx="11620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70C0"/>
                </a:solidFill>
                <a:latin typeface="Calibri" panose="020F0502020204030204" pitchFamily="34" charset="0"/>
              </a:rPr>
              <a:t>C# OOP basics</a:t>
            </a:r>
          </a:p>
          <a:p>
            <a:pPr eaLnBrk="1" hangingPunct="1"/>
            <a:fld id="{FDCD01B4-7AB7-4F6E-B170-89CF20C63E5E}" type="slidenum">
              <a:rPr lang="en-US" altLang="en-US">
                <a:solidFill>
                  <a:srgbClr val="0070C0"/>
                </a:solidFill>
                <a:latin typeface="Calibri" panose="020F0502020204030204" pitchFamily="34" charset="0"/>
              </a:rPr>
              <a:pPr eaLnBrk="1" hangingPunct="1"/>
              <a:t>5</a:t>
            </a:fld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  <a:p>
            <a:pPr eaLnBrk="1" hangingPunct="1"/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11268" name="Title 1">
            <a:extLst>
              <a:ext uri="{FF2B5EF4-FFF2-40B4-BE49-F238E27FC236}">
                <a16:creationId xmlns:a16="http://schemas.microsoft.com/office/drawing/2014/main" id="{D6B5BA65-80E8-46DD-B974-ABE7EBE57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Where should we use it?</a:t>
            </a:r>
          </a:p>
        </p:txBody>
      </p:sp>
    </p:spTree>
    <p:extLst>
      <p:ext uri="{BB962C8B-B14F-4D97-AF65-F5344CB8AC3E}">
        <p14:creationId xmlns:p14="http://schemas.microsoft.com/office/powerpoint/2010/main" val="15459858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Content Placeholder 2">
            <a:extLst>
              <a:ext uri="{FF2B5EF4-FFF2-40B4-BE49-F238E27FC236}">
                <a16:creationId xmlns:a16="http://schemas.microsoft.com/office/drawing/2014/main" id="{D89B08C2-3E11-4ADA-913B-24CF97F080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05038"/>
            <a:ext cx="8329613" cy="3867150"/>
          </a:xfrm>
        </p:spPr>
        <p:txBody>
          <a:bodyPr/>
          <a:lstStyle/>
          <a:p>
            <a:pPr eaLnBrk="1" hangingPunct="1"/>
            <a:r>
              <a:rPr lang="en-GB" altLang="en-US" dirty="0"/>
              <a:t>An entity, or </a:t>
            </a:r>
            <a:r>
              <a:rPr lang="en-GB" altLang="en-US" i="1" dirty="0"/>
              <a:t>thing</a:t>
            </a:r>
            <a:r>
              <a:rPr lang="en-GB" altLang="en-US" dirty="0"/>
              <a:t>, is represented as an </a:t>
            </a:r>
            <a:r>
              <a:rPr lang="en-GB" altLang="en-US" b="1" dirty="0"/>
              <a:t>object</a:t>
            </a:r>
            <a:r>
              <a:rPr lang="en-GB" altLang="en-US" dirty="0"/>
              <a:t> in the program</a:t>
            </a:r>
          </a:p>
          <a:p>
            <a:pPr eaLnBrk="1" hangingPunct="1"/>
            <a:r>
              <a:rPr lang="en-GB" altLang="en-US" dirty="0"/>
              <a:t>e.g. an object representing an </a:t>
            </a:r>
            <a:r>
              <a:rPr lang="en-GB" altLang="en-US" b="1" dirty="0"/>
              <a:t>Employee</a:t>
            </a:r>
            <a:r>
              <a:rPr lang="en-GB" altLang="en-US" dirty="0"/>
              <a:t> in a company</a:t>
            </a:r>
          </a:p>
          <a:p>
            <a:pPr eaLnBrk="1" hangingPunct="1"/>
            <a:r>
              <a:rPr lang="en-GB" altLang="en-US" dirty="0"/>
              <a:t>Objects have </a:t>
            </a:r>
            <a:r>
              <a:rPr lang="en-GB" altLang="en-US" b="1" dirty="0"/>
              <a:t>attributes </a:t>
            </a:r>
            <a:r>
              <a:rPr lang="en-GB" altLang="en-US" dirty="0"/>
              <a:t>to represent </a:t>
            </a:r>
            <a:r>
              <a:rPr lang="en-GB" altLang="en-US" b="1" dirty="0"/>
              <a:t>state</a:t>
            </a:r>
            <a:r>
              <a:rPr lang="en-GB" altLang="en-US" dirty="0"/>
              <a:t> of object, e.g. </a:t>
            </a:r>
            <a:r>
              <a:rPr lang="en-GB" altLang="en-US" i="1" dirty="0"/>
              <a:t>name</a:t>
            </a:r>
            <a:r>
              <a:rPr lang="en-GB" altLang="en-US" dirty="0"/>
              <a:t>, </a:t>
            </a:r>
            <a:r>
              <a:rPr lang="en-GB" altLang="en-US" i="1" dirty="0"/>
              <a:t>location</a:t>
            </a:r>
            <a:r>
              <a:rPr lang="en-GB" altLang="en-US" dirty="0"/>
              <a:t> of an Employee</a:t>
            </a:r>
          </a:p>
          <a:p>
            <a:pPr eaLnBrk="1" hangingPunct="1"/>
            <a:r>
              <a:rPr lang="en-GB" altLang="en-US" dirty="0"/>
              <a:t>Objects have </a:t>
            </a:r>
            <a:r>
              <a:rPr lang="en-GB" altLang="en-US" b="1" dirty="0"/>
              <a:t>methods</a:t>
            </a:r>
            <a:r>
              <a:rPr lang="en-GB" altLang="en-US" dirty="0"/>
              <a:t> to define the actions, or </a:t>
            </a:r>
            <a:r>
              <a:rPr lang="en-GB" altLang="en-US" b="1" dirty="0"/>
              <a:t>behaviour</a:t>
            </a:r>
            <a:r>
              <a:rPr lang="en-GB" altLang="en-US" dirty="0"/>
              <a:t>, which object can perform, e.g. an </a:t>
            </a:r>
            <a:r>
              <a:rPr lang="en-GB" altLang="en-US" i="1" dirty="0"/>
              <a:t>Employee could record that he or she worked some overtime hours</a:t>
            </a:r>
          </a:p>
        </p:txBody>
      </p:sp>
      <p:sp>
        <p:nvSpPr>
          <p:cNvPr id="12291" name="Footer Placeholder 3">
            <a:extLst>
              <a:ext uri="{FF2B5EF4-FFF2-40B4-BE49-F238E27FC236}">
                <a16:creationId xmlns:a16="http://schemas.microsoft.com/office/drawing/2014/main" id="{245CF13E-E7F0-4257-BDCD-C04C1ECEC03A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3990975" y="6249988"/>
            <a:ext cx="11620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70C0"/>
                </a:solidFill>
                <a:latin typeface="Calibri" panose="020F0502020204030204" pitchFamily="34" charset="0"/>
              </a:rPr>
              <a:t>C# OOP basics</a:t>
            </a:r>
          </a:p>
          <a:p>
            <a:pPr eaLnBrk="1" hangingPunct="1"/>
            <a:fld id="{D5728251-0049-433C-9D99-8BDDB434875C}" type="slidenum">
              <a:rPr lang="en-US" altLang="en-US">
                <a:solidFill>
                  <a:srgbClr val="0070C0"/>
                </a:solidFill>
                <a:latin typeface="Calibri" panose="020F0502020204030204" pitchFamily="34" charset="0"/>
              </a:rPr>
              <a:pPr eaLnBrk="1" hangingPunct="1"/>
              <a:t>6</a:t>
            </a:fld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  <a:p>
            <a:pPr eaLnBrk="1" hangingPunct="1"/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12292" name="Title 1">
            <a:extLst>
              <a:ext uri="{FF2B5EF4-FFF2-40B4-BE49-F238E27FC236}">
                <a16:creationId xmlns:a16="http://schemas.microsoft.com/office/drawing/2014/main" id="{8E55DB18-F3B1-47A7-ACD7-889A3EE73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Objects</a:t>
            </a:r>
          </a:p>
        </p:txBody>
      </p:sp>
    </p:spTree>
    <p:extLst>
      <p:ext uri="{BB962C8B-B14F-4D97-AF65-F5344CB8AC3E}">
        <p14:creationId xmlns:p14="http://schemas.microsoft.com/office/powerpoint/2010/main" val="1027265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Content Placeholder 2">
            <a:extLst>
              <a:ext uri="{FF2B5EF4-FFF2-40B4-BE49-F238E27FC236}">
                <a16:creationId xmlns:a16="http://schemas.microsoft.com/office/drawing/2014/main" id="{C9C7CF0F-3B82-485D-8C88-108E336C0D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Objects have </a:t>
            </a:r>
            <a:r>
              <a:rPr lang="en-GB" altLang="en-US" b="1" dirty="0"/>
              <a:t>responsibilities</a:t>
            </a:r>
          </a:p>
          <a:p>
            <a:pPr eaLnBrk="1" hangingPunct="1"/>
            <a:r>
              <a:rPr lang="en-GB" altLang="en-US" dirty="0"/>
              <a:t>This allows objects to interact, or </a:t>
            </a:r>
            <a:r>
              <a:rPr lang="en-GB" altLang="en-US" b="1" dirty="0"/>
              <a:t>collaborate</a:t>
            </a:r>
            <a:r>
              <a:rPr lang="en-GB" altLang="en-US" dirty="0"/>
              <a:t>, with each other</a:t>
            </a:r>
          </a:p>
          <a:p>
            <a:pPr eaLnBrk="1" hangingPunct="1"/>
            <a:r>
              <a:rPr lang="en-GB" altLang="en-US" dirty="0"/>
              <a:t>Program consists of objects which interact, just as real world entities interact</a:t>
            </a:r>
          </a:p>
          <a:p>
            <a:pPr eaLnBrk="1" hangingPunct="1"/>
            <a:r>
              <a:rPr lang="en-GB" altLang="en-US" dirty="0"/>
              <a:t>For example, in a real-world company, each person has a job to do (responsibilities), and people collaborate to achieve the company’s aims</a:t>
            </a:r>
          </a:p>
          <a:p>
            <a:pPr eaLnBrk="1" hangingPunct="1"/>
            <a:endParaRPr lang="en-GB" altLang="en-US" dirty="0"/>
          </a:p>
        </p:txBody>
      </p:sp>
      <p:sp>
        <p:nvSpPr>
          <p:cNvPr id="13315" name="Footer Placeholder 3">
            <a:extLst>
              <a:ext uri="{FF2B5EF4-FFF2-40B4-BE49-F238E27FC236}">
                <a16:creationId xmlns:a16="http://schemas.microsoft.com/office/drawing/2014/main" id="{52F803E9-5294-440E-B9F4-E4BBF10AFC02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3990975" y="6249988"/>
            <a:ext cx="11620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70C0"/>
                </a:solidFill>
                <a:latin typeface="Calibri" panose="020F0502020204030204" pitchFamily="34" charset="0"/>
              </a:rPr>
              <a:t>C# OOP basics</a:t>
            </a:r>
          </a:p>
          <a:p>
            <a:pPr eaLnBrk="1" hangingPunct="1"/>
            <a:fld id="{1299B22C-380E-4A1B-9C36-B8EFA224B633}" type="slidenum">
              <a:rPr lang="en-US" altLang="en-US">
                <a:solidFill>
                  <a:srgbClr val="0070C0"/>
                </a:solidFill>
                <a:latin typeface="Calibri" panose="020F0502020204030204" pitchFamily="34" charset="0"/>
              </a:rPr>
              <a:pPr eaLnBrk="1" hangingPunct="1"/>
              <a:t>7</a:t>
            </a:fld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  <a:p>
            <a:pPr eaLnBrk="1" hangingPunct="1"/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13316" name="Title 1">
            <a:extLst>
              <a:ext uri="{FF2B5EF4-FFF2-40B4-BE49-F238E27FC236}">
                <a16:creationId xmlns:a16="http://schemas.microsoft.com/office/drawing/2014/main" id="{D28C9623-8E11-415E-AC79-9491A327E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Responsibilities and collaboration</a:t>
            </a:r>
          </a:p>
        </p:txBody>
      </p:sp>
    </p:spTree>
    <p:extLst>
      <p:ext uri="{BB962C8B-B14F-4D97-AF65-F5344CB8AC3E}">
        <p14:creationId xmlns:p14="http://schemas.microsoft.com/office/powerpoint/2010/main" val="1741238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Content Placeholder 2">
            <a:extLst>
              <a:ext uri="{FF2B5EF4-FFF2-40B4-BE49-F238E27FC236}">
                <a16:creationId xmlns:a16="http://schemas.microsoft.com/office/drawing/2014/main" id="{28C698C6-2002-47A2-B849-09563C61D3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3" y="2133600"/>
            <a:ext cx="8229600" cy="4086225"/>
          </a:xfrm>
        </p:spPr>
        <p:txBody>
          <a:bodyPr/>
          <a:lstStyle/>
          <a:p>
            <a:pPr eaLnBrk="1" hangingPunct="1"/>
            <a:r>
              <a:rPr lang="en-GB" altLang="en-US" dirty="0"/>
              <a:t>Objects are able to collaborate through behaviour and attributes which are </a:t>
            </a:r>
            <a:r>
              <a:rPr lang="en-GB" altLang="en-US" b="1" dirty="0"/>
              <a:t>public</a:t>
            </a:r>
          </a:p>
          <a:p>
            <a:pPr eaLnBrk="1" hangingPunct="1"/>
            <a:r>
              <a:rPr lang="en-GB" altLang="en-US" dirty="0"/>
              <a:t>Objects can also have behaviour and attributes which are </a:t>
            </a:r>
            <a:r>
              <a:rPr lang="en-GB" altLang="en-US" b="1" dirty="0"/>
              <a:t>private</a:t>
            </a:r>
          </a:p>
          <a:p>
            <a:pPr eaLnBrk="1" hangingPunct="1"/>
            <a:r>
              <a:rPr lang="en-GB" altLang="en-US" dirty="0"/>
              <a:t>These are for the object itself to use in performing its responsibilities</a:t>
            </a:r>
          </a:p>
          <a:p>
            <a:pPr eaLnBrk="1" hangingPunct="1"/>
            <a:r>
              <a:rPr lang="en-GB" altLang="en-US" dirty="0"/>
              <a:t>Public behaviour may modify private attributes or use private behaviour</a:t>
            </a:r>
          </a:p>
          <a:p>
            <a:pPr eaLnBrk="1" hangingPunct="1"/>
            <a:r>
              <a:rPr lang="en-GB" altLang="en-US" dirty="0"/>
              <a:t>Collaborating objects do not need to know about these</a:t>
            </a:r>
          </a:p>
          <a:p>
            <a:pPr eaLnBrk="1" hangingPunct="1"/>
            <a:endParaRPr lang="en-GB" altLang="en-US"/>
          </a:p>
        </p:txBody>
      </p:sp>
      <p:sp>
        <p:nvSpPr>
          <p:cNvPr id="14339" name="Footer Placeholder 3">
            <a:extLst>
              <a:ext uri="{FF2B5EF4-FFF2-40B4-BE49-F238E27FC236}">
                <a16:creationId xmlns:a16="http://schemas.microsoft.com/office/drawing/2014/main" id="{4CA72B0A-F5F7-4770-B6C5-C82A1F1F0117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3990975" y="6249988"/>
            <a:ext cx="11620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70C0"/>
                </a:solidFill>
                <a:latin typeface="Calibri" panose="020F0502020204030204" pitchFamily="34" charset="0"/>
              </a:rPr>
              <a:t>C# OOP basics</a:t>
            </a:r>
          </a:p>
          <a:p>
            <a:pPr eaLnBrk="1" hangingPunct="1"/>
            <a:fld id="{EC025666-90F7-48B8-A477-CB945452A2B6}" type="slidenum">
              <a:rPr lang="en-US" altLang="en-US">
                <a:solidFill>
                  <a:srgbClr val="0070C0"/>
                </a:solidFill>
                <a:latin typeface="Calibri" panose="020F0502020204030204" pitchFamily="34" charset="0"/>
              </a:rPr>
              <a:pPr eaLnBrk="1" hangingPunct="1"/>
              <a:t>8</a:t>
            </a:fld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  <a:p>
            <a:pPr eaLnBrk="1" hangingPunct="1"/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14340" name="Title 1">
            <a:extLst>
              <a:ext uri="{FF2B5EF4-FFF2-40B4-BE49-F238E27FC236}">
                <a16:creationId xmlns:a16="http://schemas.microsoft.com/office/drawing/2014/main" id="{1B0CD404-20ED-4347-AFD6-628D980D4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Encapsulation</a:t>
            </a:r>
          </a:p>
        </p:txBody>
      </p:sp>
    </p:spTree>
    <p:extLst>
      <p:ext uri="{BB962C8B-B14F-4D97-AF65-F5344CB8AC3E}">
        <p14:creationId xmlns:p14="http://schemas.microsoft.com/office/powerpoint/2010/main" val="32331843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Content Placeholder 2">
            <a:extLst>
              <a:ext uri="{FF2B5EF4-FFF2-40B4-BE49-F238E27FC236}">
                <a16:creationId xmlns:a16="http://schemas.microsoft.com/office/drawing/2014/main" id="{E6403716-250A-4E45-93B8-B08932E402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1538" y="2420938"/>
            <a:ext cx="7408862" cy="3705225"/>
          </a:xfrm>
        </p:spPr>
        <p:txBody>
          <a:bodyPr/>
          <a:lstStyle/>
          <a:p>
            <a:pPr eaLnBrk="1" hangingPunct="1"/>
            <a:r>
              <a:rPr lang="en-GB" altLang="en-US" dirty="0"/>
              <a:t>May have more than one object of the same kind that have common characteristics</a:t>
            </a:r>
          </a:p>
          <a:p>
            <a:pPr eaLnBrk="1" hangingPunct="1"/>
            <a:r>
              <a:rPr lang="en-GB" altLang="en-US" b="1" dirty="0"/>
              <a:t>Class</a:t>
            </a:r>
            <a:r>
              <a:rPr lang="en-GB" altLang="en-US" dirty="0"/>
              <a:t> is a template for creating objects of the same kind</a:t>
            </a:r>
          </a:p>
          <a:p>
            <a:pPr eaLnBrk="1" hangingPunct="1"/>
            <a:r>
              <a:rPr lang="en-GB" altLang="en-US" dirty="0"/>
              <a:t>A bit like a job description for a real-world job</a:t>
            </a:r>
          </a:p>
          <a:p>
            <a:pPr eaLnBrk="1" hangingPunct="1"/>
            <a:r>
              <a:rPr lang="en-GB" altLang="en-US" b="1" dirty="0"/>
              <a:t>Employee class </a:t>
            </a:r>
            <a:r>
              <a:rPr lang="en-GB" altLang="en-US" dirty="0"/>
              <a:t>can be used to create </a:t>
            </a:r>
            <a:r>
              <a:rPr lang="en-GB" altLang="en-US" b="1" dirty="0"/>
              <a:t>many Employee objects</a:t>
            </a:r>
          </a:p>
          <a:p>
            <a:pPr eaLnBrk="1" hangingPunct="1"/>
            <a:r>
              <a:rPr lang="en-GB" altLang="en-US"/>
              <a:t>When we write the code we are actually writing the class definitions</a:t>
            </a:r>
          </a:p>
        </p:txBody>
      </p:sp>
      <p:sp>
        <p:nvSpPr>
          <p:cNvPr id="15363" name="Footer Placeholder 3">
            <a:extLst>
              <a:ext uri="{FF2B5EF4-FFF2-40B4-BE49-F238E27FC236}">
                <a16:creationId xmlns:a16="http://schemas.microsoft.com/office/drawing/2014/main" id="{A6090FCF-1E78-49F7-9C3B-58EA02828F7A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3990975" y="6249988"/>
            <a:ext cx="11620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70C0"/>
                </a:solidFill>
                <a:latin typeface="Calibri" panose="020F0502020204030204" pitchFamily="34" charset="0"/>
              </a:rPr>
              <a:t>C# OOP basics</a:t>
            </a:r>
          </a:p>
          <a:p>
            <a:pPr eaLnBrk="1" hangingPunct="1"/>
            <a:fld id="{2F317F57-E567-470B-A013-344D87D35E6D}" type="slidenum">
              <a:rPr lang="en-US" altLang="en-US">
                <a:solidFill>
                  <a:srgbClr val="0070C0"/>
                </a:solidFill>
                <a:latin typeface="Calibri" panose="020F0502020204030204" pitchFamily="34" charset="0"/>
              </a:rPr>
              <a:pPr eaLnBrk="1" hangingPunct="1"/>
              <a:t>9</a:t>
            </a:fld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  <a:p>
            <a:pPr eaLnBrk="1" hangingPunct="1"/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15364" name="Title 1">
            <a:extLst>
              <a:ext uri="{FF2B5EF4-FFF2-40B4-BE49-F238E27FC236}">
                <a16:creationId xmlns:a16="http://schemas.microsoft.com/office/drawing/2014/main" id="{818FCADF-435E-44A2-A63F-7DEF6C4A4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Classes	</a:t>
            </a:r>
          </a:p>
        </p:txBody>
      </p:sp>
    </p:spTree>
    <p:extLst>
      <p:ext uri="{BB962C8B-B14F-4D97-AF65-F5344CB8AC3E}">
        <p14:creationId xmlns:p14="http://schemas.microsoft.com/office/powerpoint/2010/main" val="16990834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Content Placeholder 2">
            <a:extLst>
              <a:ext uri="{FF2B5EF4-FFF2-40B4-BE49-F238E27FC236}">
                <a16:creationId xmlns:a16="http://schemas.microsoft.com/office/drawing/2014/main" id="{8B3D9B91-2818-4320-8E40-8E6542673A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 marL="274320" indent="-274320" eaLnBrk="1" fontAlgn="auto" hangingPunct="1">
              <a:spcAft>
                <a:spcPts val="0"/>
              </a:spcAft>
              <a:defRPr/>
            </a:pPr>
            <a:r>
              <a:rPr lang="en-GB" dirty="0"/>
              <a:t>An object is a specific instance of a class</a:t>
            </a:r>
          </a:p>
          <a:p>
            <a:pPr marL="274320" indent="-274320" eaLnBrk="1" fontAlgn="auto" hangingPunct="1">
              <a:spcAft>
                <a:spcPts val="0"/>
              </a:spcAft>
              <a:defRPr/>
            </a:pPr>
            <a:r>
              <a:rPr lang="en-GB" dirty="0"/>
              <a:t>Class defines the </a:t>
            </a:r>
            <a:r>
              <a:rPr lang="en-GB" b="1" dirty="0"/>
              <a:t>attributes</a:t>
            </a:r>
            <a:r>
              <a:rPr lang="en-GB" dirty="0"/>
              <a:t> and </a:t>
            </a:r>
            <a:r>
              <a:rPr lang="en-GB" b="1" dirty="0"/>
              <a:t>methods</a:t>
            </a:r>
            <a:r>
              <a:rPr lang="en-GB" dirty="0"/>
              <a:t> which are common to all instances of class</a:t>
            </a:r>
          </a:p>
          <a:p>
            <a:pPr marL="274320" indent="-274320" eaLnBrk="1" fontAlgn="auto" hangingPunct="1">
              <a:spcAft>
                <a:spcPts val="0"/>
              </a:spcAft>
              <a:defRPr/>
            </a:pPr>
            <a:r>
              <a:rPr lang="en-GB" dirty="0"/>
              <a:t>Each object can have its own specific values for these attributes</a:t>
            </a:r>
          </a:p>
          <a:p>
            <a:pPr marL="274320" indent="-274320" eaLnBrk="1" fontAlgn="auto" hangingPunct="1">
              <a:spcAft>
                <a:spcPts val="0"/>
              </a:spcAft>
              <a:defRPr/>
            </a:pPr>
            <a:r>
              <a:rPr lang="en-GB" dirty="0"/>
              <a:t>Each Employee object will have a Name, but the value is different in each object</a:t>
            </a:r>
          </a:p>
          <a:p>
            <a:pPr marL="274320" indent="-274320" eaLnBrk="1" fontAlgn="auto" hangingPunct="1">
              <a:spcAft>
                <a:spcPts val="0"/>
              </a:spcAft>
              <a:defRPr/>
            </a:pPr>
            <a:r>
              <a:rPr lang="en-GB" dirty="0"/>
              <a:t>Objects are created from the class as the program runs</a:t>
            </a:r>
          </a:p>
          <a:p>
            <a:pPr marL="274320" indent="-274320" eaLnBrk="1" fontAlgn="auto" hangingPunct="1">
              <a:spcAft>
                <a:spcPts val="0"/>
              </a:spcAft>
              <a:defRPr/>
            </a:pPr>
            <a:endParaRPr lang="en-GB" dirty="0"/>
          </a:p>
        </p:txBody>
      </p:sp>
      <p:sp>
        <p:nvSpPr>
          <p:cNvPr id="16387" name="Footer Placeholder 3">
            <a:extLst>
              <a:ext uri="{FF2B5EF4-FFF2-40B4-BE49-F238E27FC236}">
                <a16:creationId xmlns:a16="http://schemas.microsoft.com/office/drawing/2014/main" id="{9B9A71F9-A0D9-4F74-AB8B-205B77BD9213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3990975" y="6249988"/>
            <a:ext cx="11620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70C0"/>
                </a:solidFill>
                <a:latin typeface="Calibri" panose="020F0502020204030204" pitchFamily="34" charset="0"/>
              </a:rPr>
              <a:t>C# OOP basics</a:t>
            </a:r>
          </a:p>
          <a:p>
            <a:pPr eaLnBrk="1" hangingPunct="1"/>
            <a:fld id="{976EF178-F0EB-4C7C-8312-547845258882}" type="slidenum">
              <a:rPr lang="en-US" altLang="en-US">
                <a:solidFill>
                  <a:srgbClr val="0070C0"/>
                </a:solidFill>
                <a:latin typeface="Calibri" panose="020F0502020204030204" pitchFamily="34" charset="0"/>
              </a:rPr>
              <a:pPr eaLnBrk="1" hangingPunct="1"/>
              <a:t>10</a:t>
            </a:fld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  <a:p>
            <a:pPr eaLnBrk="1" hangingPunct="1"/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16388" name="Title 1">
            <a:extLst>
              <a:ext uri="{FF2B5EF4-FFF2-40B4-BE49-F238E27FC236}">
                <a16:creationId xmlns:a16="http://schemas.microsoft.com/office/drawing/2014/main" id="{E116DEDB-EE38-4F29-A6CC-B6089F827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Classes and objects	</a:t>
            </a:r>
          </a:p>
        </p:txBody>
      </p:sp>
    </p:spTree>
    <p:extLst>
      <p:ext uri="{BB962C8B-B14F-4D97-AF65-F5344CB8AC3E}">
        <p14:creationId xmlns:p14="http://schemas.microsoft.com/office/powerpoint/2010/main" val="24138158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Content Placeholder 2">
            <a:extLst>
              <a:ext uri="{FF2B5EF4-FFF2-40B4-BE49-F238E27FC236}">
                <a16:creationId xmlns:a16="http://schemas.microsoft.com/office/drawing/2014/main" id="{6CEC0CBB-9AA1-4716-8D1B-96FC9ABA2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A class is written as a named a block of code</a:t>
            </a:r>
          </a:p>
          <a:p>
            <a:pPr eaLnBrk="1" hangingPunct="1"/>
            <a:r>
              <a:rPr lang="en-GB" altLang="en-US" dirty="0"/>
              <a:t>Contains declarations of </a:t>
            </a:r>
            <a:r>
              <a:rPr lang="en-GB" altLang="en-US" b="1" dirty="0"/>
              <a:t>variables </a:t>
            </a:r>
            <a:r>
              <a:rPr lang="en-GB" altLang="en-US" dirty="0"/>
              <a:t>to represent the attributes</a:t>
            </a:r>
          </a:p>
          <a:p>
            <a:pPr eaLnBrk="1" hangingPunct="1"/>
            <a:r>
              <a:rPr lang="en-GB" altLang="en-US" dirty="0"/>
              <a:t>Contains blocks of code, nested within the class, to define the </a:t>
            </a:r>
            <a:r>
              <a:rPr lang="en-GB" altLang="en-US" b="1" dirty="0"/>
              <a:t>methods</a:t>
            </a:r>
          </a:p>
          <a:p>
            <a:pPr eaLnBrk="1" hangingPunct="1"/>
            <a:r>
              <a:rPr lang="en-GB" altLang="en-US" dirty="0"/>
              <a:t>Each method contains a sequence of steps which carry out the action which that method defines</a:t>
            </a:r>
          </a:p>
          <a:p>
            <a:pPr eaLnBrk="1" hangingPunct="1"/>
            <a:r>
              <a:rPr lang="en-GB" altLang="en-US" dirty="0"/>
              <a:t>Usually contains one or more </a:t>
            </a:r>
            <a:r>
              <a:rPr lang="en-GB" altLang="en-US" b="1" dirty="0"/>
              <a:t>constructors</a:t>
            </a:r>
          </a:p>
        </p:txBody>
      </p:sp>
      <p:sp>
        <p:nvSpPr>
          <p:cNvPr id="17411" name="Footer Placeholder 3">
            <a:extLst>
              <a:ext uri="{FF2B5EF4-FFF2-40B4-BE49-F238E27FC236}">
                <a16:creationId xmlns:a16="http://schemas.microsoft.com/office/drawing/2014/main" id="{2B3A9637-DB41-40F3-8637-5C242642C86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3990975" y="6249988"/>
            <a:ext cx="11620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70C0"/>
                </a:solidFill>
                <a:latin typeface="Calibri" panose="020F0502020204030204" pitchFamily="34" charset="0"/>
              </a:rPr>
              <a:t>C# OOP basics</a:t>
            </a:r>
          </a:p>
          <a:p>
            <a:pPr eaLnBrk="1" hangingPunct="1"/>
            <a:fld id="{0BEB9610-654C-4FFF-B558-CAF349359FDA}" type="slidenum">
              <a:rPr lang="en-US" altLang="en-US">
                <a:solidFill>
                  <a:srgbClr val="0070C0"/>
                </a:solidFill>
                <a:latin typeface="Calibri" panose="020F0502020204030204" pitchFamily="34" charset="0"/>
              </a:rPr>
              <a:pPr eaLnBrk="1" hangingPunct="1"/>
              <a:t>11</a:t>
            </a:fld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  <a:p>
            <a:pPr eaLnBrk="1" hangingPunct="1"/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17412" name="Title 1">
            <a:extLst>
              <a:ext uri="{FF2B5EF4-FFF2-40B4-BE49-F238E27FC236}">
                <a16:creationId xmlns:a16="http://schemas.microsoft.com/office/drawing/2014/main" id="{11D59F73-1194-4784-91B0-F1E2BF7F0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What’s in a class</a:t>
            </a:r>
          </a:p>
        </p:txBody>
      </p:sp>
    </p:spTree>
    <p:extLst>
      <p:ext uri="{BB962C8B-B14F-4D97-AF65-F5344CB8AC3E}">
        <p14:creationId xmlns:p14="http://schemas.microsoft.com/office/powerpoint/2010/main" val="39660561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Content Placeholder 2">
            <a:extLst>
              <a:ext uri="{FF2B5EF4-FFF2-40B4-BE49-F238E27FC236}">
                <a16:creationId xmlns:a16="http://schemas.microsoft.com/office/drawing/2014/main" id="{E8A471C8-94E3-4DB4-84B8-CEA3000678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b="1"/>
              <a:t>OOBasicsDemo project</a:t>
            </a:r>
          </a:p>
          <a:p>
            <a:pPr eaLnBrk="1" hangingPunct="1"/>
            <a:endParaRPr lang="en-GB" altLang="en-US" b="1"/>
          </a:p>
          <a:p>
            <a:pPr eaLnBrk="1" hangingPunct="1"/>
            <a:r>
              <a:rPr lang="en-GB" altLang="en-US" b="1"/>
              <a:t>Employee.cs</a:t>
            </a:r>
          </a:p>
        </p:txBody>
      </p:sp>
      <p:sp>
        <p:nvSpPr>
          <p:cNvPr id="18435" name="Footer Placeholder 3">
            <a:extLst>
              <a:ext uri="{FF2B5EF4-FFF2-40B4-BE49-F238E27FC236}">
                <a16:creationId xmlns:a16="http://schemas.microsoft.com/office/drawing/2014/main" id="{33C62802-F11C-43FF-BB20-F6CDEC474DF9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3990975" y="6249988"/>
            <a:ext cx="11620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70C0"/>
                </a:solidFill>
                <a:latin typeface="Calibri" panose="020F0502020204030204" pitchFamily="34" charset="0"/>
              </a:rPr>
              <a:t>C# OOP basics</a:t>
            </a:r>
          </a:p>
          <a:p>
            <a:pPr eaLnBrk="1" hangingPunct="1"/>
            <a:fld id="{1B6D229D-EBAA-46D4-B7E2-46C503D343A8}" type="slidenum">
              <a:rPr lang="en-US" altLang="en-US">
                <a:solidFill>
                  <a:srgbClr val="0070C0"/>
                </a:solidFill>
                <a:latin typeface="Calibri" panose="020F0502020204030204" pitchFamily="34" charset="0"/>
              </a:rPr>
              <a:pPr eaLnBrk="1" hangingPunct="1"/>
              <a:t>12</a:t>
            </a:fld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  <a:p>
            <a:pPr eaLnBrk="1" hangingPunct="1"/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18436" name="Title 1">
            <a:extLst>
              <a:ext uri="{FF2B5EF4-FFF2-40B4-BE49-F238E27FC236}">
                <a16:creationId xmlns:a16="http://schemas.microsoft.com/office/drawing/2014/main" id="{3931AEAC-76B5-4467-B5EF-A9C380BE0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C# class example code	</a:t>
            </a:r>
          </a:p>
        </p:txBody>
      </p:sp>
    </p:spTree>
    <p:extLst>
      <p:ext uri="{BB962C8B-B14F-4D97-AF65-F5344CB8AC3E}">
        <p14:creationId xmlns:p14="http://schemas.microsoft.com/office/powerpoint/2010/main" val="12652271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19">
            <a:extLst>
              <a:ext uri="{FF2B5EF4-FFF2-40B4-BE49-F238E27FC236}">
                <a16:creationId xmlns:a16="http://schemas.microsoft.com/office/drawing/2014/main" id="{25239EDD-09DA-4FBF-B20F-2531B54CFC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4488" y="2000250"/>
            <a:ext cx="3382962" cy="285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ular Callout 7">
            <a:extLst>
              <a:ext uri="{FF2B5EF4-FFF2-40B4-BE49-F238E27FC236}">
                <a16:creationId xmlns:a16="http://schemas.microsoft.com/office/drawing/2014/main" id="{7514DFDA-6C3F-43FB-A3E8-30AB57BBA469}"/>
              </a:ext>
            </a:extLst>
          </p:cNvPr>
          <p:cNvSpPr/>
          <p:nvPr/>
        </p:nvSpPr>
        <p:spPr>
          <a:xfrm>
            <a:off x="857250" y="2214563"/>
            <a:ext cx="1571625" cy="500062"/>
          </a:xfrm>
          <a:prstGeom prst="wedgeRectCallout">
            <a:avLst>
              <a:gd name="adj1" fmla="val 91430"/>
              <a:gd name="adj2" fmla="val -416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9460" name="Footer Placeholder 3">
            <a:extLst>
              <a:ext uri="{FF2B5EF4-FFF2-40B4-BE49-F238E27FC236}">
                <a16:creationId xmlns:a16="http://schemas.microsoft.com/office/drawing/2014/main" id="{05AD7F74-B5F2-43AC-91B6-BD99529D00E3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3990975" y="6249988"/>
            <a:ext cx="11620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70C0"/>
                </a:solidFill>
                <a:latin typeface="Calibri" panose="020F0502020204030204" pitchFamily="34" charset="0"/>
              </a:rPr>
              <a:t>C# OOP basics</a:t>
            </a:r>
          </a:p>
          <a:p>
            <a:pPr eaLnBrk="1" hangingPunct="1"/>
            <a:fld id="{0F52DC85-8E9F-4A01-987B-8C3E41DD9AE1}" type="slidenum">
              <a:rPr lang="en-US" altLang="en-US">
                <a:solidFill>
                  <a:srgbClr val="0070C0"/>
                </a:solidFill>
                <a:latin typeface="Calibri" panose="020F0502020204030204" pitchFamily="34" charset="0"/>
              </a:rPr>
              <a:pPr eaLnBrk="1" hangingPunct="1"/>
              <a:t>13</a:t>
            </a:fld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  <a:p>
            <a:pPr eaLnBrk="1" hangingPunct="1"/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19461" name="Title 1">
            <a:extLst>
              <a:ext uri="{FF2B5EF4-FFF2-40B4-BE49-F238E27FC236}">
                <a16:creationId xmlns:a16="http://schemas.microsoft.com/office/drawing/2014/main" id="{9AFAF9DE-F801-49D3-BD1C-3A6804AB0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Class diagrams</a:t>
            </a:r>
          </a:p>
        </p:txBody>
      </p:sp>
      <p:sp>
        <p:nvSpPr>
          <p:cNvPr id="19462" name="TextBox 6">
            <a:extLst>
              <a:ext uri="{FF2B5EF4-FFF2-40B4-BE49-F238E27FC236}">
                <a16:creationId xmlns:a16="http://schemas.microsoft.com/office/drawing/2014/main" id="{B672B98D-63B2-45C1-84D8-8886EC3A39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4088" y="2286000"/>
            <a:ext cx="14033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/>
              <a:t>class name</a:t>
            </a:r>
          </a:p>
        </p:txBody>
      </p:sp>
      <p:sp>
        <p:nvSpPr>
          <p:cNvPr id="9" name="Rectangular Callout 8">
            <a:extLst>
              <a:ext uri="{FF2B5EF4-FFF2-40B4-BE49-F238E27FC236}">
                <a16:creationId xmlns:a16="http://schemas.microsoft.com/office/drawing/2014/main" id="{FFA1DE02-4FE4-4FEC-919C-B27105B6D943}"/>
              </a:ext>
            </a:extLst>
          </p:cNvPr>
          <p:cNvSpPr/>
          <p:nvPr/>
        </p:nvSpPr>
        <p:spPr>
          <a:xfrm>
            <a:off x="857250" y="3357563"/>
            <a:ext cx="1571625" cy="500062"/>
          </a:xfrm>
          <a:prstGeom prst="wedgeRectCallout">
            <a:avLst>
              <a:gd name="adj1" fmla="val 89612"/>
              <a:gd name="adj2" fmla="val -3464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9464" name="TextBox 9">
            <a:extLst>
              <a:ext uri="{FF2B5EF4-FFF2-40B4-BE49-F238E27FC236}">
                <a16:creationId xmlns:a16="http://schemas.microsoft.com/office/drawing/2014/main" id="{9BF826CB-D91C-4036-8A68-CD1876B285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3300" y="3429000"/>
            <a:ext cx="11350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/>
              <a:t>attributes</a:t>
            </a:r>
          </a:p>
        </p:txBody>
      </p:sp>
      <p:sp>
        <p:nvSpPr>
          <p:cNvPr id="11" name="Rectangular Callout 10">
            <a:extLst>
              <a:ext uri="{FF2B5EF4-FFF2-40B4-BE49-F238E27FC236}">
                <a16:creationId xmlns:a16="http://schemas.microsoft.com/office/drawing/2014/main" id="{09440C41-6E68-421D-A603-2543D1FB143C}"/>
              </a:ext>
            </a:extLst>
          </p:cNvPr>
          <p:cNvSpPr/>
          <p:nvPr/>
        </p:nvSpPr>
        <p:spPr>
          <a:xfrm>
            <a:off x="857250" y="4357688"/>
            <a:ext cx="1571625" cy="500062"/>
          </a:xfrm>
          <a:prstGeom prst="wedgeRectCallout">
            <a:avLst>
              <a:gd name="adj1" fmla="val 89612"/>
              <a:gd name="adj2" fmla="val -3464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9466" name="TextBox 11">
            <a:extLst>
              <a:ext uri="{FF2B5EF4-FFF2-40B4-BE49-F238E27FC236}">
                <a16:creationId xmlns:a16="http://schemas.microsoft.com/office/drawing/2014/main" id="{9339A479-DD6A-4959-A5E4-F1DBC7ED04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1563" y="4429125"/>
            <a:ext cx="10699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/>
              <a:t>methods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E39F913-A501-4FAC-94BF-89D6D3655313}"/>
              </a:ext>
            </a:extLst>
          </p:cNvPr>
          <p:cNvSpPr txBox="1"/>
          <p:nvPr/>
        </p:nvSpPr>
        <p:spPr>
          <a:xfrm>
            <a:off x="6215063" y="1571625"/>
            <a:ext cx="2214562" cy="92392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GB" dirty="0"/>
              <a:t>private – cannot be accessed by other objects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68BAAB-1BB9-4128-A2DA-CDC8BD2B797B}"/>
              </a:ext>
            </a:extLst>
          </p:cNvPr>
          <p:cNvSpPr txBox="1"/>
          <p:nvPr/>
        </p:nvSpPr>
        <p:spPr>
          <a:xfrm>
            <a:off x="6215063" y="4643438"/>
            <a:ext cx="2214562" cy="92392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GB" dirty="0"/>
              <a:t>public – can be accessed by other objects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58321D5-72AF-4A15-A4C6-6A777C591403}"/>
              </a:ext>
            </a:extLst>
          </p:cNvPr>
          <p:cNvSpPr/>
          <p:nvPr/>
        </p:nvSpPr>
        <p:spPr>
          <a:xfrm>
            <a:off x="2957513" y="4400550"/>
            <a:ext cx="285750" cy="2857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06EFC0F-8A97-4F77-A30D-701D05D7A2E8}"/>
              </a:ext>
            </a:extLst>
          </p:cNvPr>
          <p:cNvSpPr/>
          <p:nvPr/>
        </p:nvSpPr>
        <p:spPr>
          <a:xfrm>
            <a:off x="2928938" y="3000375"/>
            <a:ext cx="285750" cy="2857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4B0FFA7B-0DFE-4063-8D4D-9327E687AE55}"/>
              </a:ext>
            </a:extLst>
          </p:cNvPr>
          <p:cNvSpPr/>
          <p:nvPr/>
        </p:nvSpPr>
        <p:spPr>
          <a:xfrm>
            <a:off x="3071813" y="1531938"/>
            <a:ext cx="3128962" cy="1468437"/>
          </a:xfrm>
          <a:custGeom>
            <a:avLst/>
            <a:gdLst>
              <a:gd name="connsiteX0" fmla="*/ 3000375 w 3000375"/>
              <a:gd name="connsiteY0" fmla="*/ 496887 h 1192212"/>
              <a:gd name="connsiteX1" fmla="*/ 1200150 w 3000375"/>
              <a:gd name="connsiteY1" fmla="*/ 115887 h 1192212"/>
              <a:gd name="connsiteX2" fmla="*/ 0 w 3000375"/>
              <a:gd name="connsiteY2" fmla="*/ 1192212 h 1192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00375" h="1192212">
                <a:moveTo>
                  <a:pt x="3000375" y="496887"/>
                </a:moveTo>
                <a:cubicBezTo>
                  <a:pt x="2350293" y="248443"/>
                  <a:pt x="1700212" y="0"/>
                  <a:pt x="1200150" y="115887"/>
                </a:cubicBezTo>
                <a:cubicBezTo>
                  <a:pt x="700088" y="231774"/>
                  <a:pt x="350044" y="711993"/>
                  <a:pt x="0" y="1192212"/>
                </a:cubicBezTo>
              </a:path>
            </a:pathLst>
          </a:cu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7DB89BAE-3BD2-4710-A391-663CC9EA7A8A}"/>
              </a:ext>
            </a:extLst>
          </p:cNvPr>
          <p:cNvSpPr/>
          <p:nvPr/>
        </p:nvSpPr>
        <p:spPr>
          <a:xfrm>
            <a:off x="3214688" y="4643438"/>
            <a:ext cx="3000375" cy="1039812"/>
          </a:xfrm>
          <a:custGeom>
            <a:avLst/>
            <a:gdLst>
              <a:gd name="connsiteX0" fmla="*/ 2971800 w 2971800"/>
              <a:gd name="connsiteY0" fmla="*/ 266700 h 815975"/>
              <a:gd name="connsiteX1" fmla="*/ 1476375 w 2971800"/>
              <a:gd name="connsiteY1" fmla="*/ 771525 h 815975"/>
              <a:gd name="connsiteX2" fmla="*/ 0 w 2971800"/>
              <a:gd name="connsiteY2" fmla="*/ 0 h 815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71800" h="815975">
                <a:moveTo>
                  <a:pt x="2971800" y="266700"/>
                </a:moveTo>
                <a:cubicBezTo>
                  <a:pt x="2471737" y="541337"/>
                  <a:pt x="1971675" y="815975"/>
                  <a:pt x="1476375" y="771525"/>
                </a:cubicBezTo>
                <a:cubicBezTo>
                  <a:pt x="981075" y="727075"/>
                  <a:pt x="490537" y="363537"/>
                  <a:pt x="0" y="0"/>
                </a:cubicBezTo>
              </a:path>
            </a:pathLst>
          </a:cu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63348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Footer Placeholder 3">
            <a:extLst>
              <a:ext uri="{FF2B5EF4-FFF2-40B4-BE49-F238E27FC236}">
                <a16:creationId xmlns:a16="http://schemas.microsoft.com/office/drawing/2014/main" id="{1151B978-2DA1-42BD-95FE-DB86ECF143EE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3990975" y="6249988"/>
            <a:ext cx="11620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70C0"/>
                </a:solidFill>
                <a:latin typeface="Calibri" panose="020F0502020204030204" pitchFamily="34" charset="0"/>
              </a:rPr>
              <a:t>C# OOP basics</a:t>
            </a:r>
          </a:p>
          <a:p>
            <a:pPr eaLnBrk="1" hangingPunct="1"/>
            <a:fld id="{D965A607-D49C-4D0E-8C9B-D4C2B63B6011}" type="slidenum">
              <a:rPr lang="en-US" altLang="en-US">
                <a:solidFill>
                  <a:srgbClr val="0070C0"/>
                </a:solidFill>
                <a:latin typeface="Calibri" panose="020F0502020204030204" pitchFamily="34" charset="0"/>
              </a:rPr>
              <a:pPr eaLnBrk="1" hangingPunct="1"/>
              <a:t>14</a:t>
            </a:fld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  <a:p>
            <a:pPr eaLnBrk="1" hangingPunct="1"/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20483" name="Title 1">
            <a:extLst>
              <a:ext uri="{FF2B5EF4-FFF2-40B4-BE49-F238E27FC236}">
                <a16:creationId xmlns:a16="http://schemas.microsoft.com/office/drawing/2014/main" id="{38C03E79-BDB8-4788-B134-7D1B23554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Object diagrams</a:t>
            </a:r>
          </a:p>
        </p:txBody>
      </p:sp>
      <p:graphicFrame>
        <p:nvGraphicFramePr>
          <p:cNvPr id="20484" name="Object 2">
            <a:extLst>
              <a:ext uri="{FF2B5EF4-FFF2-40B4-BE49-F238E27FC236}">
                <a16:creationId xmlns:a16="http://schemas.microsoft.com/office/drawing/2014/main" id="{356FAB83-CB9E-4C7D-A937-CBCCA29B550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57313" y="1925638"/>
          <a:ext cx="3643312" cy="343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1619631" imgH="1526381" progId="Visio.Drawing.11">
                  <p:embed/>
                </p:oleObj>
              </mc:Choice>
              <mc:Fallback>
                <p:oleObj name="Visio" r:id="rId2" imgW="1619631" imgH="1526381" progId="Visio.Drawing.11">
                  <p:embed/>
                  <p:pic>
                    <p:nvPicPr>
                      <p:cNvPr id="20484" name="Object 2">
                        <a:extLst>
                          <a:ext uri="{FF2B5EF4-FFF2-40B4-BE49-F238E27FC236}">
                            <a16:creationId xmlns:a16="http://schemas.microsoft.com/office/drawing/2014/main" id="{356FAB83-CB9E-4C7D-A937-CBCCA29B550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7313" y="1925638"/>
                        <a:ext cx="3643312" cy="3432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487DFE7-8558-4D53-B72F-492CFF433A36}"/>
              </a:ext>
            </a:extLst>
          </p:cNvPr>
          <p:cNvSpPr txBox="1"/>
          <p:nvPr/>
        </p:nvSpPr>
        <p:spPr>
          <a:xfrm>
            <a:off x="4500563" y="2357438"/>
            <a:ext cx="3500437" cy="92392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GB" dirty="0"/>
              <a:t>each object here is an instance of the Employee class with its own values for the attributes</a:t>
            </a:r>
          </a:p>
        </p:txBody>
      </p:sp>
    </p:spTree>
    <p:extLst>
      <p:ext uri="{BB962C8B-B14F-4D97-AF65-F5344CB8AC3E}">
        <p14:creationId xmlns:p14="http://schemas.microsoft.com/office/powerpoint/2010/main" val="36830530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Content Placeholder 2">
            <a:extLst>
              <a:ext uri="{FF2B5EF4-FFF2-40B4-BE49-F238E27FC236}">
                <a16:creationId xmlns:a16="http://schemas.microsoft.com/office/drawing/2014/main" id="{C97548AA-E540-423D-B727-C742FE8A8E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A </a:t>
            </a:r>
            <a:r>
              <a:rPr lang="en-GB" altLang="en-US" b="1"/>
              <a:t>variable</a:t>
            </a:r>
            <a:r>
              <a:rPr lang="en-GB" altLang="en-US"/>
              <a:t> is a name given to a piece of information in a program</a:t>
            </a:r>
          </a:p>
          <a:p>
            <a:pPr eaLnBrk="1" hangingPunct="1"/>
            <a:r>
              <a:rPr lang="en-GB" altLang="en-US"/>
              <a:t>Allows us write code which refers to and uses that information</a:t>
            </a:r>
          </a:p>
          <a:p>
            <a:pPr eaLnBrk="1" hangingPunct="1"/>
            <a:r>
              <a:rPr lang="en-GB" altLang="en-US"/>
              <a:t>Actual value will depend on what has happened as the program runs</a:t>
            </a:r>
          </a:p>
          <a:p>
            <a:pPr eaLnBrk="1" hangingPunct="1"/>
            <a:r>
              <a:rPr lang="en-GB" altLang="en-US"/>
              <a:t>May be different each time the program runs and may change as it runs</a:t>
            </a:r>
          </a:p>
        </p:txBody>
      </p:sp>
      <p:sp>
        <p:nvSpPr>
          <p:cNvPr id="21507" name="Footer Placeholder 3">
            <a:extLst>
              <a:ext uri="{FF2B5EF4-FFF2-40B4-BE49-F238E27FC236}">
                <a16:creationId xmlns:a16="http://schemas.microsoft.com/office/drawing/2014/main" id="{4259E843-144E-4E92-A56B-2B947958D047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3990975" y="6249988"/>
            <a:ext cx="11620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70C0"/>
                </a:solidFill>
                <a:latin typeface="Calibri" panose="020F0502020204030204" pitchFamily="34" charset="0"/>
              </a:rPr>
              <a:t>C# OOP basics</a:t>
            </a:r>
          </a:p>
          <a:p>
            <a:pPr eaLnBrk="1" hangingPunct="1"/>
            <a:fld id="{9E0F5D22-5B20-4448-AFE5-2BF3429C984E}" type="slidenum">
              <a:rPr lang="en-US" altLang="en-US">
                <a:solidFill>
                  <a:srgbClr val="0070C0"/>
                </a:solidFill>
                <a:latin typeface="Calibri" panose="020F0502020204030204" pitchFamily="34" charset="0"/>
              </a:rPr>
              <a:pPr eaLnBrk="1" hangingPunct="1"/>
              <a:t>15</a:t>
            </a:fld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  <a:p>
            <a:pPr eaLnBrk="1" hangingPunct="1"/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21508" name="Title 1">
            <a:extLst>
              <a:ext uri="{FF2B5EF4-FFF2-40B4-BE49-F238E27FC236}">
                <a16:creationId xmlns:a16="http://schemas.microsoft.com/office/drawing/2014/main" id="{DD0F7D5B-0079-4057-B71C-DB6E6DB58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Variables</a:t>
            </a:r>
          </a:p>
        </p:txBody>
      </p:sp>
    </p:spTree>
    <p:extLst>
      <p:ext uri="{BB962C8B-B14F-4D97-AF65-F5344CB8AC3E}">
        <p14:creationId xmlns:p14="http://schemas.microsoft.com/office/powerpoint/2010/main" val="21089686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Content Placeholder 2">
            <a:extLst>
              <a:ext uri="{FF2B5EF4-FFF2-40B4-BE49-F238E27FC236}">
                <a16:creationId xmlns:a16="http://schemas.microsoft.com/office/drawing/2014/main" id="{5AAAA7B2-6BF2-4525-8F7A-251A88A7D6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In C# a variable needs to be declared before it can be used</a:t>
            </a:r>
          </a:p>
          <a:p>
            <a:pPr eaLnBrk="1" hangingPunct="1"/>
            <a:r>
              <a:rPr lang="en-GB" altLang="en-US"/>
              <a:t>Declaring a variable means specifying that a particular piece of information may exist by giving it a name and stating the </a:t>
            </a:r>
            <a:r>
              <a:rPr lang="en-GB" altLang="en-US" b="1"/>
              <a:t>type </a:t>
            </a:r>
          </a:p>
          <a:p>
            <a:pPr eaLnBrk="1" hangingPunct="1"/>
            <a:endParaRPr lang="en-GB" altLang="en-US" sz="1100" b="1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GB" altLang="en-US" b="1"/>
              <a:t>int myValue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GB" altLang="en-US" sz="1100" b="1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GB" altLang="en-US"/>
              <a:t>Declares a variable of type int with name “myValue”</a:t>
            </a:r>
          </a:p>
        </p:txBody>
      </p:sp>
      <p:sp>
        <p:nvSpPr>
          <p:cNvPr id="22531" name="Footer Placeholder 3">
            <a:extLst>
              <a:ext uri="{FF2B5EF4-FFF2-40B4-BE49-F238E27FC236}">
                <a16:creationId xmlns:a16="http://schemas.microsoft.com/office/drawing/2014/main" id="{DD43E990-9A43-4ADF-BCDA-E528E8886B08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3990975" y="6249988"/>
            <a:ext cx="11620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70C0"/>
                </a:solidFill>
                <a:latin typeface="Calibri" panose="020F0502020204030204" pitchFamily="34" charset="0"/>
              </a:rPr>
              <a:t>C# OOP basics</a:t>
            </a:r>
          </a:p>
          <a:p>
            <a:pPr eaLnBrk="1" hangingPunct="1"/>
            <a:fld id="{0B5C9A87-A5C2-431B-BE54-01D91C8FCC35}" type="slidenum">
              <a:rPr lang="en-US" altLang="en-US">
                <a:solidFill>
                  <a:srgbClr val="0070C0"/>
                </a:solidFill>
                <a:latin typeface="Calibri" panose="020F0502020204030204" pitchFamily="34" charset="0"/>
              </a:rPr>
              <a:pPr eaLnBrk="1" hangingPunct="1"/>
              <a:t>16</a:t>
            </a:fld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  <a:p>
            <a:pPr eaLnBrk="1" hangingPunct="1"/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22532" name="Title 1">
            <a:extLst>
              <a:ext uri="{FF2B5EF4-FFF2-40B4-BE49-F238E27FC236}">
                <a16:creationId xmlns:a16="http://schemas.microsoft.com/office/drawing/2014/main" id="{4CEE16B6-B246-4168-A563-D3E51AEB8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Declaring variables</a:t>
            </a:r>
          </a:p>
        </p:txBody>
      </p:sp>
    </p:spTree>
    <p:extLst>
      <p:ext uri="{BB962C8B-B14F-4D97-AF65-F5344CB8AC3E}">
        <p14:creationId xmlns:p14="http://schemas.microsoft.com/office/powerpoint/2010/main" val="7114419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Content Placeholder 2">
            <a:extLst>
              <a:ext uri="{FF2B5EF4-FFF2-40B4-BE49-F238E27FC236}">
                <a16:creationId xmlns:a16="http://schemas.microsoft.com/office/drawing/2014/main" id="{4451A1E5-AF0F-4529-8862-F0B5897643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Can assign a value to a variable, e.g.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GB" altLang="en-US" b="1"/>
              <a:t>myValue = 3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GB" altLang="en-US" b="1"/>
              <a:t>myValue = x   </a:t>
            </a:r>
            <a:r>
              <a:rPr lang="en-GB" altLang="en-US"/>
              <a:t>where x is another int variable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GB" altLang="en-US" b="1"/>
              <a:t>myValue = 3*x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GB" altLang="en-US" b="1"/>
          </a:p>
          <a:p>
            <a:pPr eaLnBrk="1" hangingPunct="1"/>
            <a:r>
              <a:rPr lang="en-GB" altLang="en-US"/>
              <a:t>Can assign at the same time as declaring, e.g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GB" altLang="en-US" b="1"/>
              <a:t>int myValue = 3</a:t>
            </a:r>
          </a:p>
        </p:txBody>
      </p:sp>
      <p:sp>
        <p:nvSpPr>
          <p:cNvPr id="23555" name="Footer Placeholder 3">
            <a:extLst>
              <a:ext uri="{FF2B5EF4-FFF2-40B4-BE49-F238E27FC236}">
                <a16:creationId xmlns:a16="http://schemas.microsoft.com/office/drawing/2014/main" id="{FDFD7AF6-D10F-4B0C-861A-DC964D1A2FCC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3990975" y="6249988"/>
            <a:ext cx="11620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70C0"/>
                </a:solidFill>
                <a:latin typeface="Calibri" panose="020F0502020204030204" pitchFamily="34" charset="0"/>
              </a:rPr>
              <a:t>C# OOP basics</a:t>
            </a:r>
          </a:p>
          <a:p>
            <a:pPr eaLnBrk="1" hangingPunct="1"/>
            <a:fld id="{B50E36AB-7018-4EF0-8AD7-449FC140DD45}" type="slidenum">
              <a:rPr lang="en-US" altLang="en-US">
                <a:solidFill>
                  <a:srgbClr val="0070C0"/>
                </a:solidFill>
                <a:latin typeface="Calibri" panose="020F0502020204030204" pitchFamily="34" charset="0"/>
              </a:rPr>
              <a:pPr eaLnBrk="1" hangingPunct="1"/>
              <a:t>17</a:t>
            </a:fld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  <a:p>
            <a:pPr eaLnBrk="1" hangingPunct="1"/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23556" name="Title 1">
            <a:extLst>
              <a:ext uri="{FF2B5EF4-FFF2-40B4-BE49-F238E27FC236}">
                <a16:creationId xmlns:a16="http://schemas.microsoft.com/office/drawing/2014/main" id="{50FBBDED-CE96-4355-92D8-059D2A3D8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Giving values to variables</a:t>
            </a:r>
          </a:p>
        </p:txBody>
      </p:sp>
    </p:spTree>
    <p:extLst>
      <p:ext uri="{BB962C8B-B14F-4D97-AF65-F5344CB8AC3E}">
        <p14:creationId xmlns:p14="http://schemas.microsoft.com/office/powerpoint/2010/main" val="4726703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Content Placeholder 2">
            <a:extLst>
              <a:ext uri="{FF2B5EF4-FFF2-40B4-BE49-F238E27FC236}">
                <a16:creationId xmlns:a16="http://schemas.microsoft.com/office/drawing/2014/main" id="{2FF910B1-574F-4EBB-BA69-681157621C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In an OO program, a variable can be an </a:t>
            </a:r>
            <a:r>
              <a:rPr lang="en-GB" altLang="en-US" b="1"/>
              <a:t>object reference</a:t>
            </a:r>
          </a:p>
          <a:p>
            <a:pPr eaLnBrk="1" hangingPunct="1"/>
            <a:r>
              <a:rPr lang="en-GB" altLang="en-US"/>
              <a:t>A name given to an object</a:t>
            </a:r>
          </a:p>
          <a:p>
            <a:pPr eaLnBrk="1" hangingPunct="1"/>
            <a:r>
              <a:rPr lang="en-GB" altLang="en-US"/>
              <a:t>Allows us write code which refers to and uses that object</a:t>
            </a:r>
          </a:p>
          <a:p>
            <a:pPr eaLnBrk="1" hangingPunct="1"/>
            <a:r>
              <a:rPr lang="en-GB" altLang="en-US"/>
              <a:t>Need to declare variable: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GB" altLang="en-US" b="1"/>
              <a:t>Employee emp</a:t>
            </a:r>
            <a:endParaRPr lang="en-GB" altLang="en-US"/>
          </a:p>
          <a:p>
            <a:pPr eaLnBrk="1" hangingPunct="1"/>
            <a:r>
              <a:rPr lang="en-GB" altLang="en-US"/>
              <a:t>Need to </a:t>
            </a:r>
            <a:r>
              <a:rPr lang="en-GB" altLang="en-US" b="1"/>
              <a:t>create an object </a:t>
            </a:r>
            <a:r>
              <a:rPr lang="en-GB" altLang="en-US"/>
              <a:t>and assign it to this variable</a:t>
            </a:r>
          </a:p>
          <a:p>
            <a:pPr eaLnBrk="1" hangingPunct="1"/>
            <a:endParaRPr lang="en-GB" altLang="en-US"/>
          </a:p>
          <a:p>
            <a:pPr eaLnBrk="1" hangingPunct="1"/>
            <a:endParaRPr lang="en-GB" altLang="en-US"/>
          </a:p>
        </p:txBody>
      </p:sp>
      <p:sp>
        <p:nvSpPr>
          <p:cNvPr id="24579" name="Footer Placeholder 3">
            <a:extLst>
              <a:ext uri="{FF2B5EF4-FFF2-40B4-BE49-F238E27FC236}">
                <a16:creationId xmlns:a16="http://schemas.microsoft.com/office/drawing/2014/main" id="{9E8ACE27-2C6D-4523-A364-71226394E0A2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3990975" y="6249988"/>
            <a:ext cx="11620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70C0"/>
                </a:solidFill>
                <a:latin typeface="Calibri" panose="020F0502020204030204" pitchFamily="34" charset="0"/>
              </a:rPr>
              <a:t>C# OOP basics</a:t>
            </a:r>
          </a:p>
          <a:p>
            <a:pPr eaLnBrk="1" hangingPunct="1"/>
            <a:fld id="{D1813D76-5A9E-4B02-A5AA-9762F11502EC}" type="slidenum">
              <a:rPr lang="en-US" altLang="en-US">
                <a:solidFill>
                  <a:srgbClr val="0070C0"/>
                </a:solidFill>
                <a:latin typeface="Calibri" panose="020F0502020204030204" pitchFamily="34" charset="0"/>
              </a:rPr>
              <a:pPr eaLnBrk="1" hangingPunct="1"/>
              <a:t>18</a:t>
            </a:fld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  <a:p>
            <a:pPr eaLnBrk="1" hangingPunct="1"/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24580" name="Title 1">
            <a:extLst>
              <a:ext uri="{FF2B5EF4-FFF2-40B4-BE49-F238E27FC236}">
                <a16:creationId xmlns:a16="http://schemas.microsoft.com/office/drawing/2014/main" id="{E2484224-446F-47CE-819D-D8C373D9D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Object references</a:t>
            </a:r>
          </a:p>
        </p:txBody>
      </p:sp>
    </p:spTree>
    <p:extLst>
      <p:ext uri="{BB962C8B-B14F-4D97-AF65-F5344CB8AC3E}">
        <p14:creationId xmlns:p14="http://schemas.microsoft.com/office/powerpoint/2010/main" val="30876851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Content Placeholder 2">
            <a:extLst>
              <a:ext uri="{FF2B5EF4-FFF2-40B4-BE49-F238E27FC236}">
                <a16:creationId xmlns:a16="http://schemas.microsoft.com/office/drawing/2014/main" id="{E909F5C1-486F-49B1-887D-BF04288875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3" y="2133600"/>
            <a:ext cx="8543925" cy="4175125"/>
          </a:xfrm>
        </p:spPr>
        <p:txBody>
          <a:bodyPr/>
          <a:lstStyle/>
          <a:p>
            <a:pPr eaLnBrk="1" hangingPunct="1"/>
            <a:r>
              <a:rPr lang="en-GB" altLang="en-US"/>
              <a:t>Attributes of an object are also known as </a:t>
            </a:r>
            <a:r>
              <a:rPr lang="en-GB" altLang="en-US" b="1"/>
              <a:t>instance variables</a:t>
            </a:r>
            <a:r>
              <a:rPr lang="en-GB" altLang="en-US"/>
              <a:t> or </a:t>
            </a:r>
            <a:r>
              <a:rPr lang="en-GB" altLang="en-US" b="1"/>
              <a:t>fields</a:t>
            </a:r>
          </a:p>
          <a:p>
            <a:pPr eaLnBrk="1" hangingPunct="1"/>
            <a:r>
              <a:rPr lang="en-GB" altLang="en-US"/>
              <a:t>Each instance variable represents a piece of information of a specific </a:t>
            </a:r>
            <a:r>
              <a:rPr lang="en-GB" altLang="en-US" b="1"/>
              <a:t>type</a:t>
            </a:r>
            <a:r>
              <a:rPr lang="en-GB" altLang="en-US"/>
              <a:t>, which can be:</a:t>
            </a:r>
          </a:p>
          <a:p>
            <a:pPr lvl="1" eaLnBrk="1" hangingPunct="1"/>
            <a:r>
              <a:rPr lang="en-GB" altLang="en-US"/>
              <a:t>a C# built-in type, e.g. string, int</a:t>
            </a:r>
          </a:p>
          <a:p>
            <a:pPr lvl="1" eaLnBrk="1" hangingPunct="1"/>
            <a:r>
              <a:rPr lang="en-GB" altLang="en-US"/>
              <a:t>any .NET Framework type, e.g. DateTime (we will look at .NET types in more detail later)</a:t>
            </a:r>
          </a:p>
          <a:p>
            <a:pPr lvl="1" eaLnBrk="1" hangingPunct="1"/>
            <a:r>
              <a:rPr lang="en-GB" altLang="en-US"/>
              <a:t>any class in your application, e.g. Location (a class which would represent a work location)</a:t>
            </a:r>
          </a:p>
        </p:txBody>
      </p:sp>
      <p:sp>
        <p:nvSpPr>
          <p:cNvPr id="25603" name="Footer Placeholder 3">
            <a:extLst>
              <a:ext uri="{FF2B5EF4-FFF2-40B4-BE49-F238E27FC236}">
                <a16:creationId xmlns:a16="http://schemas.microsoft.com/office/drawing/2014/main" id="{E048BF6F-CCDF-4672-80D2-563F8867BC6A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3990975" y="6249988"/>
            <a:ext cx="11620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70C0"/>
                </a:solidFill>
                <a:latin typeface="Calibri" panose="020F0502020204030204" pitchFamily="34" charset="0"/>
              </a:rPr>
              <a:t>C# OOP basics</a:t>
            </a:r>
          </a:p>
          <a:p>
            <a:pPr eaLnBrk="1" hangingPunct="1"/>
            <a:fld id="{8D500076-E901-491A-B7E8-1E4078B106BA}" type="slidenum">
              <a:rPr lang="en-US" altLang="en-US">
                <a:solidFill>
                  <a:srgbClr val="0070C0"/>
                </a:solidFill>
                <a:latin typeface="Calibri" panose="020F0502020204030204" pitchFamily="34" charset="0"/>
              </a:rPr>
              <a:pPr eaLnBrk="1" hangingPunct="1"/>
              <a:t>19</a:t>
            </a:fld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  <a:p>
            <a:pPr eaLnBrk="1" hangingPunct="1"/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25604" name="Title 1">
            <a:extLst>
              <a:ext uri="{FF2B5EF4-FFF2-40B4-BE49-F238E27FC236}">
                <a16:creationId xmlns:a16="http://schemas.microsoft.com/office/drawing/2014/main" id="{1D2A18FA-2DC0-4628-ACD8-B88807D9F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Instance variables</a:t>
            </a:r>
          </a:p>
        </p:txBody>
      </p:sp>
    </p:spTree>
    <p:extLst>
      <p:ext uri="{BB962C8B-B14F-4D97-AF65-F5344CB8AC3E}">
        <p14:creationId xmlns:p14="http://schemas.microsoft.com/office/powerpoint/2010/main" val="32683964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Content Placeholder 2">
            <a:extLst>
              <a:ext uri="{FF2B5EF4-FFF2-40B4-BE49-F238E27FC236}">
                <a16:creationId xmlns:a16="http://schemas.microsoft.com/office/drawing/2014/main" id="{DC4FF209-9DB4-4960-8CBA-E7A398E7D5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088" y="2781300"/>
            <a:ext cx="7408862" cy="3095625"/>
          </a:xfrm>
        </p:spPr>
        <p:txBody>
          <a:bodyPr/>
          <a:lstStyle/>
          <a:p>
            <a:pPr eaLnBrk="1" hangingPunct="1"/>
            <a:r>
              <a:rPr lang="en-GB" altLang="en-US" b="1"/>
              <a:t>OOBasicsDemo project</a:t>
            </a:r>
          </a:p>
          <a:p>
            <a:pPr eaLnBrk="1" hangingPunct="1"/>
            <a:endParaRPr lang="en-GB" altLang="en-US" b="1"/>
          </a:p>
          <a:p>
            <a:pPr eaLnBrk="1" hangingPunct="1"/>
            <a:r>
              <a:rPr lang="en-GB" altLang="en-US" b="1"/>
              <a:t>Employee.cs</a:t>
            </a:r>
          </a:p>
          <a:p>
            <a:pPr eaLnBrk="1" hangingPunct="1"/>
            <a:r>
              <a:rPr lang="en-GB" altLang="en-US" b="1"/>
              <a:t>Program.cs</a:t>
            </a:r>
          </a:p>
        </p:txBody>
      </p:sp>
      <p:sp>
        <p:nvSpPr>
          <p:cNvPr id="26627" name="Footer Placeholder 3">
            <a:extLst>
              <a:ext uri="{FF2B5EF4-FFF2-40B4-BE49-F238E27FC236}">
                <a16:creationId xmlns:a16="http://schemas.microsoft.com/office/drawing/2014/main" id="{FA77234E-B103-4703-9773-E6F4424102FE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3990975" y="6249988"/>
            <a:ext cx="11620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70C0"/>
                </a:solidFill>
                <a:latin typeface="Calibri" panose="020F0502020204030204" pitchFamily="34" charset="0"/>
              </a:rPr>
              <a:t>C# OOP basics</a:t>
            </a:r>
          </a:p>
          <a:p>
            <a:pPr eaLnBrk="1" hangingPunct="1"/>
            <a:fld id="{26072CE9-3AAB-46A1-8855-6A8ED34EB488}" type="slidenum">
              <a:rPr lang="en-US" altLang="en-US">
                <a:solidFill>
                  <a:srgbClr val="0070C0"/>
                </a:solidFill>
                <a:latin typeface="Calibri" panose="020F0502020204030204" pitchFamily="34" charset="0"/>
              </a:rPr>
              <a:pPr eaLnBrk="1" hangingPunct="1"/>
              <a:t>20</a:t>
            </a:fld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  <a:p>
            <a:pPr eaLnBrk="1" hangingPunct="1"/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28674" name="Title 1">
            <a:extLst>
              <a:ext uri="{FF2B5EF4-FFF2-40B4-BE49-F238E27FC236}">
                <a16:creationId xmlns:a16="http://schemas.microsoft.com/office/drawing/2014/main" id="{57D4C2B2-DAAE-4ED8-BA43-FFF5228D4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088" y="333375"/>
            <a:ext cx="7318375" cy="1081088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dirty="0"/>
              <a:t>C# creating objects example code</a:t>
            </a:r>
          </a:p>
        </p:txBody>
      </p:sp>
    </p:spTree>
    <p:extLst>
      <p:ext uri="{BB962C8B-B14F-4D97-AF65-F5344CB8AC3E}">
        <p14:creationId xmlns:p14="http://schemas.microsoft.com/office/powerpoint/2010/main" val="25735872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Content Placeholder 2">
            <a:extLst>
              <a:ext uri="{FF2B5EF4-FFF2-40B4-BE49-F238E27FC236}">
                <a16:creationId xmlns:a16="http://schemas.microsoft.com/office/drawing/2014/main" id="{58E799DE-AB39-4C5D-8963-0B5D55F55E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 fontScale="92500" lnSpcReduction="10000"/>
          </a:bodyPr>
          <a:lstStyle/>
          <a:p>
            <a:pPr marL="274320" indent="-274320" eaLnBrk="1" fontAlgn="auto" hangingPunct="1">
              <a:spcAft>
                <a:spcPts val="0"/>
              </a:spcAft>
              <a:defRPr/>
            </a:pPr>
            <a:r>
              <a:rPr lang="en-GB" dirty="0"/>
              <a:t>Test program creates some objects and make them do something</a:t>
            </a:r>
          </a:p>
          <a:p>
            <a:pPr marL="274320" indent="-274320" eaLnBrk="1" fontAlgn="auto" hangingPunct="1">
              <a:spcAft>
                <a:spcPts val="0"/>
              </a:spcAft>
              <a:defRPr/>
            </a:pPr>
            <a:r>
              <a:rPr lang="en-GB" b="1" dirty="0" err="1"/>
              <a:t>Program.cs</a:t>
            </a:r>
            <a:endParaRPr lang="en-GB" b="1" dirty="0"/>
          </a:p>
          <a:p>
            <a:pPr marL="274320" indent="-274320" eaLnBrk="1" fontAlgn="auto" hangingPunct="1">
              <a:spcAft>
                <a:spcPts val="0"/>
              </a:spcAft>
              <a:defRPr/>
            </a:pPr>
            <a:r>
              <a:rPr lang="en-GB" b="1" dirty="0"/>
              <a:t>Main</a:t>
            </a:r>
            <a:r>
              <a:rPr lang="en-GB" dirty="0"/>
              <a:t> method – entry point to a C# application</a:t>
            </a:r>
          </a:p>
          <a:p>
            <a:pPr marL="274320" indent="-274320" eaLnBrk="1" fontAlgn="auto" hangingPunct="1">
              <a:spcAft>
                <a:spcPts val="0"/>
              </a:spcAft>
              <a:defRPr/>
            </a:pPr>
            <a:r>
              <a:rPr lang="en-GB" dirty="0"/>
              <a:t>Creates object using </a:t>
            </a:r>
            <a:r>
              <a:rPr lang="en-GB" b="1" dirty="0"/>
              <a:t>new</a:t>
            </a:r>
            <a:r>
              <a:rPr lang="en-GB" dirty="0"/>
              <a:t> keyword</a:t>
            </a:r>
          </a:p>
          <a:p>
            <a:pPr marL="274320" indent="-274320" eaLnBrk="1" fontAlgn="auto" hangingPunct="1">
              <a:spcAft>
                <a:spcPts val="0"/>
              </a:spcAft>
              <a:defRPr/>
            </a:pPr>
            <a:endParaRPr lang="en-GB" dirty="0"/>
          </a:p>
          <a:p>
            <a:pPr marL="274320" indent="-274320" eaLnBrk="1" fontAlgn="auto" hangingPunct="1">
              <a:spcAft>
                <a:spcPts val="0"/>
              </a:spcAft>
              <a:defRPr/>
            </a:pPr>
            <a:endParaRPr lang="en-GB" dirty="0"/>
          </a:p>
          <a:p>
            <a:pPr marL="274320" indent="-274320" eaLnBrk="1" fontAlgn="auto" hangingPunct="1">
              <a:spcAft>
                <a:spcPts val="0"/>
              </a:spcAft>
              <a:defRPr/>
            </a:pPr>
            <a:r>
              <a:rPr lang="en-GB" i="1" dirty="0"/>
              <a:t>emp1</a:t>
            </a:r>
            <a:r>
              <a:rPr lang="en-GB" dirty="0"/>
              <a:t>, </a:t>
            </a:r>
            <a:r>
              <a:rPr lang="en-GB" i="1" dirty="0"/>
              <a:t>emp2</a:t>
            </a:r>
            <a:r>
              <a:rPr lang="en-GB" dirty="0"/>
              <a:t> are </a:t>
            </a:r>
            <a:r>
              <a:rPr lang="en-GB" b="1" dirty="0"/>
              <a:t>object references </a:t>
            </a:r>
            <a:r>
              <a:rPr lang="en-GB" dirty="0"/>
              <a:t>each of which “points” to an object of type Employee</a:t>
            </a:r>
          </a:p>
          <a:p>
            <a:pPr marL="274320" indent="-274320" eaLnBrk="1" fontAlgn="auto" hangingPunct="1">
              <a:spcAft>
                <a:spcPts val="0"/>
              </a:spcAft>
              <a:defRPr/>
            </a:pPr>
            <a:endParaRPr lang="en-GB" dirty="0"/>
          </a:p>
          <a:p>
            <a:pPr marL="274320" indent="-274320" eaLnBrk="1" fontAlgn="auto" hangingPunct="1">
              <a:spcAft>
                <a:spcPts val="0"/>
              </a:spcAft>
              <a:defRPr/>
            </a:pPr>
            <a:endParaRPr lang="en-GB" dirty="0"/>
          </a:p>
        </p:txBody>
      </p:sp>
      <p:sp>
        <p:nvSpPr>
          <p:cNvPr id="27651" name="Footer Placeholder 3">
            <a:extLst>
              <a:ext uri="{FF2B5EF4-FFF2-40B4-BE49-F238E27FC236}">
                <a16:creationId xmlns:a16="http://schemas.microsoft.com/office/drawing/2014/main" id="{4E8D0257-0C9E-49FF-89C9-7275C5CDB42D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3990975" y="6249988"/>
            <a:ext cx="11620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70C0"/>
                </a:solidFill>
                <a:latin typeface="Calibri" panose="020F0502020204030204" pitchFamily="34" charset="0"/>
              </a:rPr>
              <a:t>C# OOP basics</a:t>
            </a:r>
          </a:p>
          <a:p>
            <a:pPr eaLnBrk="1" hangingPunct="1"/>
            <a:fld id="{238524E5-091B-48E0-AD6A-169B51C13E7D}" type="slidenum">
              <a:rPr lang="en-US" altLang="en-US">
                <a:solidFill>
                  <a:srgbClr val="0070C0"/>
                </a:solidFill>
                <a:latin typeface="Calibri" panose="020F0502020204030204" pitchFamily="34" charset="0"/>
              </a:rPr>
              <a:pPr eaLnBrk="1" hangingPunct="1"/>
              <a:t>21</a:t>
            </a:fld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  <a:p>
            <a:pPr eaLnBrk="1" hangingPunct="1"/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27652" name="Title 1">
            <a:extLst>
              <a:ext uri="{FF2B5EF4-FFF2-40B4-BE49-F238E27FC236}">
                <a16:creationId xmlns:a16="http://schemas.microsoft.com/office/drawing/2014/main" id="{1F28C189-E5E5-4F68-A9AB-C8355CA7A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Creating objects example</a:t>
            </a:r>
          </a:p>
        </p:txBody>
      </p:sp>
      <p:pic>
        <p:nvPicPr>
          <p:cNvPr id="27653" name="Picture 2">
            <a:extLst>
              <a:ext uri="{FF2B5EF4-FFF2-40B4-BE49-F238E27FC236}">
                <a16:creationId xmlns:a16="http://schemas.microsoft.com/office/drawing/2014/main" id="{52921E21-8E8B-4F86-BEAE-1AA5E4FB39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363" y="4584700"/>
            <a:ext cx="71770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019056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Content Placeholder 2">
            <a:extLst>
              <a:ext uri="{FF2B5EF4-FFF2-40B4-BE49-F238E27FC236}">
                <a16:creationId xmlns:a16="http://schemas.microsoft.com/office/drawing/2014/main" id="{DC7C5E25-A6C3-4FCD-81DB-94012C97E7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A reference can be </a:t>
            </a:r>
            <a:r>
              <a:rPr lang="en-GB" altLang="en-US" b="1"/>
              <a:t>null</a:t>
            </a:r>
          </a:p>
          <a:p>
            <a:pPr eaLnBrk="1" hangingPunct="1"/>
            <a:r>
              <a:rPr lang="en-GB" altLang="en-US"/>
              <a:t>The reference is declared but does not actually point to an object</a:t>
            </a:r>
          </a:p>
        </p:txBody>
      </p:sp>
      <p:sp>
        <p:nvSpPr>
          <p:cNvPr id="28675" name="Footer Placeholder 3">
            <a:extLst>
              <a:ext uri="{FF2B5EF4-FFF2-40B4-BE49-F238E27FC236}">
                <a16:creationId xmlns:a16="http://schemas.microsoft.com/office/drawing/2014/main" id="{5EB7982C-CE0C-43D5-8E5D-94311999FD6E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3990975" y="6249988"/>
            <a:ext cx="11620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70C0"/>
                </a:solidFill>
                <a:latin typeface="Calibri" panose="020F0502020204030204" pitchFamily="34" charset="0"/>
              </a:rPr>
              <a:t>C# OOP basics</a:t>
            </a:r>
          </a:p>
          <a:p>
            <a:pPr eaLnBrk="1" hangingPunct="1"/>
            <a:fld id="{E862CC3C-B520-4B7F-A5B0-4BE93DA1397A}" type="slidenum">
              <a:rPr lang="en-US" altLang="en-US">
                <a:solidFill>
                  <a:srgbClr val="0070C0"/>
                </a:solidFill>
                <a:latin typeface="Calibri" panose="020F0502020204030204" pitchFamily="34" charset="0"/>
              </a:rPr>
              <a:pPr eaLnBrk="1" hangingPunct="1"/>
              <a:t>22</a:t>
            </a:fld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  <a:p>
            <a:pPr eaLnBrk="1" hangingPunct="1"/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28676" name="Title 1">
            <a:extLst>
              <a:ext uri="{FF2B5EF4-FFF2-40B4-BE49-F238E27FC236}">
                <a16:creationId xmlns:a16="http://schemas.microsoft.com/office/drawing/2014/main" id="{E3067AED-B19E-4ED4-9062-68CD3F6AB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null references</a:t>
            </a:r>
          </a:p>
        </p:txBody>
      </p:sp>
      <p:pic>
        <p:nvPicPr>
          <p:cNvPr id="28677" name="Picture 2">
            <a:extLst>
              <a:ext uri="{FF2B5EF4-FFF2-40B4-BE49-F238E27FC236}">
                <a16:creationId xmlns:a16="http://schemas.microsoft.com/office/drawing/2014/main" id="{8B1AC6BA-54F4-4A15-81B5-E08092ABE5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938" y="4291013"/>
            <a:ext cx="7627937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212F0EF-D8B6-46AF-BDF3-C678500E7569}"/>
              </a:ext>
            </a:extLst>
          </p:cNvPr>
          <p:cNvSpPr txBox="1"/>
          <p:nvPr/>
        </p:nvSpPr>
        <p:spPr>
          <a:xfrm>
            <a:off x="3643313" y="4005263"/>
            <a:ext cx="5045075" cy="36988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GB" dirty="0"/>
              <a:t>reference declared, not assigned to object - null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359F92-EA9D-475A-B18C-0FA01E1B18A2}"/>
              </a:ext>
            </a:extLst>
          </p:cNvPr>
          <p:cNvSpPr txBox="1"/>
          <p:nvPr/>
        </p:nvSpPr>
        <p:spPr>
          <a:xfrm>
            <a:off x="4786313" y="5076825"/>
            <a:ext cx="3082925" cy="36988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GB" dirty="0"/>
              <a:t>reference assigned to object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0E6D57-BF55-4BE0-9D4A-527560464D35}"/>
              </a:ext>
            </a:extLst>
          </p:cNvPr>
          <p:cNvSpPr txBox="1"/>
          <p:nvPr/>
        </p:nvSpPr>
        <p:spPr>
          <a:xfrm>
            <a:off x="2428875" y="5791200"/>
            <a:ext cx="4673600" cy="36988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GB" dirty="0"/>
              <a:t>reference no longer assigned to object - null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C0DA51A-92F0-4F2C-947E-077ECB6F9D82}"/>
              </a:ext>
            </a:extLst>
          </p:cNvPr>
          <p:cNvCxnSpPr>
            <a:stCxn id="6" idx="1"/>
          </p:cNvCxnSpPr>
          <p:nvPr/>
        </p:nvCxnSpPr>
        <p:spPr>
          <a:xfrm rot="10800000" flipV="1">
            <a:off x="2643188" y="4189413"/>
            <a:ext cx="1000125" cy="38735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C731021-0235-4E4F-909B-CDE2FA021F9D}"/>
              </a:ext>
            </a:extLst>
          </p:cNvPr>
          <p:cNvCxnSpPr/>
          <p:nvPr/>
        </p:nvCxnSpPr>
        <p:spPr>
          <a:xfrm rot="10800000">
            <a:off x="4000500" y="4933950"/>
            <a:ext cx="785813" cy="35718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61A4EDC-AFD5-4D38-BA2C-9183FE85379C}"/>
              </a:ext>
            </a:extLst>
          </p:cNvPr>
          <p:cNvCxnSpPr/>
          <p:nvPr/>
        </p:nvCxnSpPr>
        <p:spPr>
          <a:xfrm rot="10800000">
            <a:off x="2428875" y="5005388"/>
            <a:ext cx="1071563" cy="78581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48871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Content Placeholder 2">
            <a:extLst>
              <a:ext uri="{FF2B5EF4-FFF2-40B4-BE49-F238E27FC236}">
                <a16:creationId xmlns:a16="http://schemas.microsoft.com/office/drawing/2014/main" id="{162307A9-9DF1-44C7-B9D8-C44CE58BE5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b="1"/>
              <a:t>Constructor</a:t>
            </a:r>
            <a:r>
              <a:rPr lang="en-GB" altLang="en-US"/>
              <a:t> is executed when object is created to initialise object</a:t>
            </a:r>
          </a:p>
          <a:p>
            <a:pPr eaLnBrk="1" hangingPunct="1"/>
            <a:endParaRPr lang="en-GB" altLang="en-US"/>
          </a:p>
          <a:p>
            <a:pPr eaLnBrk="1" hangingPunct="1"/>
            <a:r>
              <a:rPr lang="en-GB" altLang="en-US"/>
              <a:t>Constructor is similar to a method, but must have same name as the class</a:t>
            </a:r>
          </a:p>
          <a:p>
            <a:pPr eaLnBrk="1" hangingPunct="1"/>
            <a:r>
              <a:rPr lang="en-GB" altLang="en-US"/>
              <a:t>Employee must have constructor with list of parameters which match information supplied </a:t>
            </a:r>
          </a:p>
          <a:p>
            <a:pPr eaLnBrk="1" hangingPunct="1"/>
            <a:endParaRPr lang="en-GB" altLang="en-US"/>
          </a:p>
        </p:txBody>
      </p:sp>
      <p:sp>
        <p:nvSpPr>
          <p:cNvPr id="29699" name="Footer Placeholder 3">
            <a:extLst>
              <a:ext uri="{FF2B5EF4-FFF2-40B4-BE49-F238E27FC236}">
                <a16:creationId xmlns:a16="http://schemas.microsoft.com/office/drawing/2014/main" id="{FD7C6800-D523-4576-86EE-4427B0370508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3990975" y="6249988"/>
            <a:ext cx="11620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70C0"/>
                </a:solidFill>
                <a:latin typeface="Calibri" panose="020F0502020204030204" pitchFamily="34" charset="0"/>
              </a:rPr>
              <a:t>C# OOP basics</a:t>
            </a:r>
          </a:p>
          <a:p>
            <a:pPr eaLnBrk="1" hangingPunct="1"/>
            <a:fld id="{AE5A7189-EE83-4093-95BB-0B5DAF142EEB}" type="slidenum">
              <a:rPr lang="en-US" altLang="en-US">
                <a:solidFill>
                  <a:srgbClr val="0070C0"/>
                </a:solidFill>
                <a:latin typeface="Calibri" panose="020F0502020204030204" pitchFamily="34" charset="0"/>
              </a:rPr>
              <a:pPr eaLnBrk="1" hangingPunct="1"/>
              <a:t>23</a:t>
            </a:fld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  <a:p>
            <a:pPr eaLnBrk="1" hangingPunct="1"/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29700" name="Title 1">
            <a:extLst>
              <a:ext uri="{FF2B5EF4-FFF2-40B4-BE49-F238E27FC236}">
                <a16:creationId xmlns:a16="http://schemas.microsoft.com/office/drawing/2014/main" id="{05B26322-4065-443A-94D1-603937E1B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Constructors</a:t>
            </a:r>
          </a:p>
        </p:txBody>
      </p:sp>
      <p:pic>
        <p:nvPicPr>
          <p:cNvPr id="29701" name="Picture 2">
            <a:extLst>
              <a:ext uri="{FF2B5EF4-FFF2-40B4-BE49-F238E27FC236}">
                <a16:creationId xmlns:a16="http://schemas.microsoft.com/office/drawing/2014/main" id="{411E6D49-6E9B-4BCD-96D9-3B0F8C2A4E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3576638"/>
            <a:ext cx="71770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60061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Content Placeholder 2">
            <a:extLst>
              <a:ext uri="{FF2B5EF4-FFF2-40B4-BE49-F238E27FC236}">
                <a16:creationId xmlns:a16="http://schemas.microsoft.com/office/drawing/2014/main" id="{6BFBC59E-B6B0-483B-A8A5-14B72A9180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Class can have more than one constructor, each with different parameter list</a:t>
            </a:r>
          </a:p>
          <a:p>
            <a:pPr eaLnBrk="1" hangingPunct="1"/>
            <a:r>
              <a:rPr lang="en-GB" altLang="en-US"/>
              <a:t>Employee has two constructors – one takes no parameters (default constructor)</a:t>
            </a:r>
          </a:p>
          <a:p>
            <a:pPr eaLnBrk="1" hangingPunct="1"/>
            <a:endParaRPr lang="en-GB" altLang="en-US"/>
          </a:p>
        </p:txBody>
      </p:sp>
      <p:sp>
        <p:nvSpPr>
          <p:cNvPr id="30723" name="Footer Placeholder 3">
            <a:extLst>
              <a:ext uri="{FF2B5EF4-FFF2-40B4-BE49-F238E27FC236}">
                <a16:creationId xmlns:a16="http://schemas.microsoft.com/office/drawing/2014/main" id="{71FB3BC5-036C-4B8B-AA0D-9B52EA7780FC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3990974" y="6249988"/>
            <a:ext cx="2237209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70C0"/>
                </a:solidFill>
                <a:latin typeface="Calibri" panose="020F0502020204030204" pitchFamily="34" charset="0"/>
              </a:rPr>
              <a:t>C# OOP basics</a:t>
            </a:r>
          </a:p>
          <a:p>
            <a:pPr eaLnBrk="1" hangingPunct="1"/>
            <a:fld id="{6A1A9FE6-AFFE-46E7-8073-9388EF2B07A5}" type="slidenum">
              <a:rPr lang="en-US" altLang="en-US">
                <a:solidFill>
                  <a:srgbClr val="0070C0"/>
                </a:solidFill>
                <a:latin typeface="Calibri" panose="020F0502020204030204" pitchFamily="34" charset="0"/>
              </a:rPr>
              <a:pPr eaLnBrk="1" hangingPunct="1"/>
              <a:t>24</a:t>
            </a:fld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  <a:p>
            <a:pPr eaLnBrk="1" hangingPunct="1"/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30724" name="Title 1">
            <a:extLst>
              <a:ext uri="{FF2B5EF4-FFF2-40B4-BE49-F238E27FC236}">
                <a16:creationId xmlns:a16="http://schemas.microsoft.com/office/drawing/2014/main" id="{375025D6-96F1-4AEE-A2EA-4732AE1D9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Constructors</a:t>
            </a:r>
          </a:p>
        </p:txBody>
      </p:sp>
    </p:spTree>
    <p:extLst>
      <p:ext uri="{BB962C8B-B14F-4D97-AF65-F5344CB8AC3E}">
        <p14:creationId xmlns:p14="http://schemas.microsoft.com/office/powerpoint/2010/main" val="14020714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Content Placeholder 2">
            <a:extLst>
              <a:ext uri="{FF2B5EF4-FFF2-40B4-BE49-F238E27FC236}">
                <a16:creationId xmlns:a16="http://schemas.microsoft.com/office/drawing/2014/main" id="{8F1DF187-704E-4C2F-B08B-7ECC165C77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b="1"/>
              <a:t>OOBasicsDemo project</a:t>
            </a:r>
          </a:p>
          <a:p>
            <a:pPr eaLnBrk="1" hangingPunct="1"/>
            <a:endParaRPr lang="en-GB" altLang="en-US" b="1"/>
          </a:p>
          <a:p>
            <a:pPr eaLnBrk="1" hangingPunct="1"/>
            <a:r>
              <a:rPr lang="en-GB" altLang="en-US" b="1"/>
              <a:t>Employee.cs</a:t>
            </a:r>
          </a:p>
          <a:p>
            <a:pPr eaLnBrk="1" hangingPunct="1"/>
            <a:r>
              <a:rPr lang="en-GB" altLang="en-US" b="1"/>
              <a:t>TimeSheet.cs</a:t>
            </a:r>
          </a:p>
          <a:p>
            <a:pPr eaLnBrk="1" hangingPunct="1"/>
            <a:r>
              <a:rPr lang="en-GB" altLang="en-US" b="1"/>
              <a:t>Program.cs</a:t>
            </a:r>
          </a:p>
        </p:txBody>
      </p:sp>
      <p:sp>
        <p:nvSpPr>
          <p:cNvPr id="31748" name="Title 1">
            <a:extLst>
              <a:ext uri="{FF2B5EF4-FFF2-40B4-BE49-F238E27FC236}">
                <a16:creationId xmlns:a16="http://schemas.microsoft.com/office/drawing/2014/main" id="{A3AD9EDC-FCA5-4916-99BD-2A25174A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C# messages example code	</a:t>
            </a:r>
          </a:p>
        </p:txBody>
      </p:sp>
    </p:spTree>
    <p:extLst>
      <p:ext uri="{BB962C8B-B14F-4D97-AF65-F5344CB8AC3E}">
        <p14:creationId xmlns:p14="http://schemas.microsoft.com/office/powerpoint/2010/main" val="7591231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Content Placeholder 2">
            <a:extLst>
              <a:ext uri="{FF2B5EF4-FFF2-40B4-BE49-F238E27FC236}">
                <a16:creationId xmlns:a16="http://schemas.microsoft.com/office/drawing/2014/main" id="{91430530-FE2F-415D-9A20-75BAE4D58F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Collaborating objects interact with each other by sending </a:t>
            </a:r>
            <a:r>
              <a:rPr lang="en-GB" altLang="en-US" b="1"/>
              <a:t>messages</a:t>
            </a:r>
          </a:p>
          <a:p>
            <a:pPr eaLnBrk="1" hangingPunct="1"/>
            <a:r>
              <a:rPr lang="en-GB" altLang="en-US"/>
              <a:t>Message is simply the name of a </a:t>
            </a:r>
            <a:r>
              <a:rPr lang="en-GB" altLang="en-US" b="1"/>
              <a:t>method</a:t>
            </a:r>
            <a:r>
              <a:rPr lang="en-GB" altLang="en-US"/>
              <a:t> to be called on the receiving object</a:t>
            </a:r>
          </a:p>
          <a:p>
            <a:pPr eaLnBrk="1" hangingPunct="1"/>
            <a:r>
              <a:rPr lang="en-GB" altLang="en-US"/>
              <a:t>Information may be passed to receiving object as method </a:t>
            </a:r>
            <a:r>
              <a:rPr lang="en-GB" altLang="en-US" b="1"/>
              <a:t>parameter(s</a:t>
            </a:r>
            <a:r>
              <a:rPr lang="en-GB" altLang="en-US"/>
              <a:t>)</a:t>
            </a:r>
          </a:p>
          <a:p>
            <a:pPr eaLnBrk="1" hangingPunct="1"/>
            <a:r>
              <a:rPr lang="en-GB" altLang="en-US"/>
              <a:t>Reply may be passed back as method </a:t>
            </a:r>
            <a:r>
              <a:rPr lang="en-GB" altLang="en-US" b="1"/>
              <a:t>return value</a:t>
            </a:r>
          </a:p>
        </p:txBody>
      </p:sp>
      <p:sp>
        <p:nvSpPr>
          <p:cNvPr id="32771" name="Footer Placeholder 3">
            <a:extLst>
              <a:ext uri="{FF2B5EF4-FFF2-40B4-BE49-F238E27FC236}">
                <a16:creationId xmlns:a16="http://schemas.microsoft.com/office/drawing/2014/main" id="{50F8D3DE-9F79-4BCD-A6AB-F5F417C999D0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3990975" y="6249988"/>
            <a:ext cx="11620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70C0"/>
                </a:solidFill>
                <a:latin typeface="Calibri" panose="020F0502020204030204" pitchFamily="34" charset="0"/>
              </a:rPr>
              <a:t>C# OOP basics</a:t>
            </a:r>
          </a:p>
          <a:p>
            <a:pPr eaLnBrk="1" hangingPunct="1"/>
            <a:fld id="{ADB049BA-AD01-4555-8BEA-1FE864C54720}" type="slidenum">
              <a:rPr lang="en-US" altLang="en-US">
                <a:solidFill>
                  <a:srgbClr val="0070C0"/>
                </a:solidFill>
                <a:latin typeface="Calibri" panose="020F0502020204030204" pitchFamily="34" charset="0"/>
              </a:rPr>
              <a:pPr eaLnBrk="1" hangingPunct="1"/>
              <a:t>26</a:t>
            </a:fld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  <a:p>
            <a:pPr eaLnBrk="1" hangingPunct="1"/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32772" name="Title 1">
            <a:extLst>
              <a:ext uri="{FF2B5EF4-FFF2-40B4-BE49-F238E27FC236}">
                <a16:creationId xmlns:a16="http://schemas.microsoft.com/office/drawing/2014/main" id="{86761D5A-9D60-4B59-B77C-1FDFCF09D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Messages</a:t>
            </a:r>
          </a:p>
        </p:txBody>
      </p:sp>
    </p:spTree>
    <p:extLst>
      <p:ext uri="{BB962C8B-B14F-4D97-AF65-F5344CB8AC3E}">
        <p14:creationId xmlns:p14="http://schemas.microsoft.com/office/powerpoint/2010/main" val="25146555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Content Placeholder 2">
            <a:extLst>
              <a:ext uri="{FF2B5EF4-FFF2-40B4-BE49-F238E27FC236}">
                <a16:creationId xmlns:a16="http://schemas.microsoft.com/office/drawing/2014/main" id="{266BBC40-A98E-410B-A136-B4D0F9A864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Messages sent to an object may :</a:t>
            </a:r>
          </a:p>
          <a:p>
            <a:pPr eaLnBrk="1" hangingPunct="1"/>
            <a:r>
              <a:rPr lang="en-GB" altLang="en-US" dirty="0"/>
              <a:t>Request information from that object</a:t>
            </a:r>
          </a:p>
          <a:p>
            <a:pPr lvl="1" eaLnBrk="1" hangingPunct="1"/>
            <a:r>
              <a:rPr lang="en-GB" altLang="en-US" dirty="0"/>
              <a:t>Method will return a value</a:t>
            </a:r>
          </a:p>
          <a:p>
            <a:pPr lvl="1" eaLnBrk="1" hangingPunct="1"/>
            <a:r>
              <a:rPr lang="en-GB" altLang="en-US" dirty="0"/>
              <a:t>Parameter(s) may provide further detail as to what information to return</a:t>
            </a:r>
          </a:p>
          <a:p>
            <a:pPr eaLnBrk="1" hangingPunct="1"/>
            <a:r>
              <a:rPr lang="en-GB" altLang="en-US" dirty="0"/>
              <a:t>Give an instruction to that object</a:t>
            </a:r>
          </a:p>
          <a:p>
            <a:pPr lvl="1" eaLnBrk="1" hangingPunct="1"/>
            <a:r>
              <a:rPr lang="en-GB" altLang="en-US" dirty="0"/>
              <a:t>Method will (usually) not return a value</a:t>
            </a:r>
          </a:p>
          <a:p>
            <a:pPr lvl="1" eaLnBrk="1" hangingPunct="1"/>
            <a:r>
              <a:rPr lang="en-GB" altLang="en-US" dirty="0"/>
              <a:t>Parameter(s) may provide further detail about instruction</a:t>
            </a:r>
          </a:p>
          <a:p>
            <a:pPr eaLnBrk="1" hangingPunct="1"/>
            <a:endParaRPr lang="en-GB" altLang="en-US" dirty="0"/>
          </a:p>
        </p:txBody>
      </p:sp>
      <p:sp>
        <p:nvSpPr>
          <p:cNvPr id="33795" name="Footer Placeholder 3">
            <a:extLst>
              <a:ext uri="{FF2B5EF4-FFF2-40B4-BE49-F238E27FC236}">
                <a16:creationId xmlns:a16="http://schemas.microsoft.com/office/drawing/2014/main" id="{FAB430F2-7858-4492-9156-64E381D73892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3990975" y="6249988"/>
            <a:ext cx="11620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70C0"/>
                </a:solidFill>
                <a:latin typeface="Calibri" panose="020F0502020204030204" pitchFamily="34" charset="0"/>
              </a:rPr>
              <a:t>C# OOP basics</a:t>
            </a:r>
          </a:p>
          <a:p>
            <a:pPr eaLnBrk="1" hangingPunct="1"/>
            <a:fld id="{8AE426A4-B14B-4789-B66D-4DAC68954693}" type="slidenum">
              <a:rPr lang="en-US" altLang="en-US">
                <a:solidFill>
                  <a:srgbClr val="0070C0"/>
                </a:solidFill>
                <a:latin typeface="Calibri" panose="020F0502020204030204" pitchFamily="34" charset="0"/>
              </a:rPr>
              <a:pPr eaLnBrk="1" hangingPunct="1"/>
              <a:t>27</a:t>
            </a:fld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  <a:p>
            <a:pPr eaLnBrk="1" hangingPunct="1"/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33796" name="Title 1">
            <a:extLst>
              <a:ext uri="{FF2B5EF4-FFF2-40B4-BE49-F238E27FC236}">
                <a16:creationId xmlns:a16="http://schemas.microsoft.com/office/drawing/2014/main" id="{8BC5499E-0CBA-4EB1-B306-3FC86B87A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Types of message</a:t>
            </a:r>
          </a:p>
        </p:txBody>
      </p:sp>
    </p:spTree>
    <p:extLst>
      <p:ext uri="{BB962C8B-B14F-4D97-AF65-F5344CB8AC3E}">
        <p14:creationId xmlns:p14="http://schemas.microsoft.com/office/powerpoint/2010/main" val="28719205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Content Placeholder 2">
            <a:extLst>
              <a:ext uri="{FF2B5EF4-FFF2-40B4-BE49-F238E27FC236}">
                <a16:creationId xmlns:a16="http://schemas.microsoft.com/office/drawing/2014/main" id="{A86425B3-CFF2-48DE-A9BE-13E9BE298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Send message by calling method</a:t>
            </a:r>
          </a:p>
          <a:p>
            <a:pPr eaLnBrk="1" hangingPunct="1"/>
            <a:r>
              <a:rPr lang="en-GB" altLang="en-US" dirty="0"/>
              <a:t>In example code, method of </a:t>
            </a:r>
            <a:r>
              <a:rPr lang="en-GB" altLang="en-US" b="1" dirty="0">
                <a:solidFill>
                  <a:srgbClr val="FF0000"/>
                </a:solidFill>
              </a:rPr>
              <a:t>Employee</a:t>
            </a:r>
            <a:r>
              <a:rPr lang="en-GB" altLang="en-US" dirty="0"/>
              <a:t> sends message to a </a:t>
            </a:r>
            <a:r>
              <a:rPr lang="en-GB" altLang="en-US" b="1" dirty="0" err="1">
                <a:solidFill>
                  <a:srgbClr val="FF0000"/>
                </a:solidFill>
              </a:rPr>
              <a:t>TimeSheet</a:t>
            </a:r>
            <a:r>
              <a:rPr lang="en-GB" altLang="en-US" dirty="0"/>
              <a:t> object to ask it to add an entry </a:t>
            </a:r>
          </a:p>
          <a:p>
            <a:pPr lvl="1" eaLnBrk="1" hangingPunct="1"/>
            <a:r>
              <a:rPr lang="en-GB" altLang="en-US" dirty="0"/>
              <a:t>Calls </a:t>
            </a:r>
            <a:r>
              <a:rPr lang="en-GB" altLang="en-US" dirty="0" err="1">
                <a:highlight>
                  <a:srgbClr val="FFFF00"/>
                </a:highlight>
              </a:rPr>
              <a:t>AddEntry</a:t>
            </a:r>
            <a:r>
              <a:rPr lang="en-GB" altLang="en-US" dirty="0"/>
              <a:t> method</a:t>
            </a:r>
          </a:p>
          <a:p>
            <a:pPr eaLnBrk="1" hangingPunct="1"/>
            <a:r>
              <a:rPr lang="en-GB" altLang="en-US" dirty="0"/>
              <a:t>Employee does not need to know how </a:t>
            </a:r>
            <a:r>
              <a:rPr lang="en-GB" altLang="en-US" dirty="0" err="1"/>
              <a:t>TimeSheet</a:t>
            </a:r>
            <a:r>
              <a:rPr lang="en-GB" altLang="en-US" dirty="0"/>
              <a:t> does this</a:t>
            </a:r>
          </a:p>
          <a:p>
            <a:pPr eaLnBrk="1" hangingPunct="1"/>
            <a:r>
              <a:rPr lang="en-GB" altLang="en-US" dirty="0"/>
              <a:t>Note that test program sends message to Employee object to start this off</a:t>
            </a:r>
          </a:p>
          <a:p>
            <a:pPr eaLnBrk="1" hangingPunct="1"/>
            <a:endParaRPr lang="en-GB" altLang="en-US" dirty="0"/>
          </a:p>
        </p:txBody>
      </p:sp>
      <p:sp>
        <p:nvSpPr>
          <p:cNvPr id="34819" name="Footer Placeholder 3">
            <a:extLst>
              <a:ext uri="{FF2B5EF4-FFF2-40B4-BE49-F238E27FC236}">
                <a16:creationId xmlns:a16="http://schemas.microsoft.com/office/drawing/2014/main" id="{0893C994-616A-4D35-81BC-DBFE6F1D57B2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3990975" y="6249988"/>
            <a:ext cx="11620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70C0"/>
                </a:solidFill>
                <a:latin typeface="Calibri" panose="020F0502020204030204" pitchFamily="34" charset="0"/>
              </a:rPr>
              <a:t>C# OOP basics</a:t>
            </a:r>
          </a:p>
          <a:p>
            <a:pPr eaLnBrk="1" hangingPunct="1"/>
            <a:fld id="{8E1F6201-8235-49AD-8CAB-A3B1381A367E}" type="slidenum">
              <a:rPr lang="en-US" altLang="en-US">
                <a:solidFill>
                  <a:srgbClr val="0070C0"/>
                </a:solidFill>
                <a:latin typeface="Calibri" panose="020F0502020204030204" pitchFamily="34" charset="0"/>
              </a:rPr>
              <a:pPr eaLnBrk="1" hangingPunct="1"/>
              <a:t>28</a:t>
            </a:fld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  <a:p>
            <a:pPr eaLnBrk="1" hangingPunct="1"/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34820" name="Title 1">
            <a:extLst>
              <a:ext uri="{FF2B5EF4-FFF2-40B4-BE49-F238E27FC236}">
                <a16:creationId xmlns:a16="http://schemas.microsoft.com/office/drawing/2014/main" id="{F67C73A6-F636-4A38-8AB4-90378E11A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Sending messages to objects</a:t>
            </a:r>
          </a:p>
        </p:txBody>
      </p:sp>
    </p:spTree>
    <p:extLst>
      <p:ext uri="{BB962C8B-B14F-4D97-AF65-F5344CB8AC3E}">
        <p14:creationId xmlns:p14="http://schemas.microsoft.com/office/powerpoint/2010/main" val="5049104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Content Placeholder 2">
            <a:extLst>
              <a:ext uri="{FF2B5EF4-FFF2-40B4-BE49-F238E27FC236}">
                <a16:creationId xmlns:a16="http://schemas.microsoft.com/office/drawing/2014/main" id="{47B2A320-8556-4441-9873-1FD517C7B1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In this example the Employee object and </a:t>
            </a:r>
            <a:r>
              <a:rPr lang="en-GB" altLang="en-US" dirty="0" err="1"/>
              <a:t>TimeSheet</a:t>
            </a:r>
            <a:r>
              <a:rPr lang="en-GB" altLang="en-US" dirty="0"/>
              <a:t> object collaborate do perform the task of recording the information about hours worked</a:t>
            </a:r>
          </a:p>
          <a:p>
            <a:pPr eaLnBrk="1" hangingPunct="1"/>
            <a:r>
              <a:rPr lang="en-GB" altLang="en-US" dirty="0"/>
              <a:t>Employee object has knowledge of hours worked and responsibility for providing this information to the </a:t>
            </a:r>
            <a:r>
              <a:rPr lang="en-GB" altLang="en-US" dirty="0" err="1"/>
              <a:t>TimeSheet</a:t>
            </a:r>
            <a:r>
              <a:rPr lang="en-GB" altLang="en-US" dirty="0"/>
              <a:t> object</a:t>
            </a:r>
          </a:p>
          <a:p>
            <a:pPr eaLnBrk="1" hangingPunct="1"/>
            <a:r>
              <a:rPr lang="en-GB" altLang="en-US" dirty="0" err="1"/>
              <a:t>TimeSheet</a:t>
            </a:r>
            <a:r>
              <a:rPr lang="en-GB" altLang="en-US" dirty="0"/>
              <a:t> object has responsibility for actually storing the information</a:t>
            </a:r>
          </a:p>
        </p:txBody>
      </p:sp>
      <p:sp>
        <p:nvSpPr>
          <p:cNvPr id="35843" name="Footer Placeholder 3">
            <a:extLst>
              <a:ext uri="{FF2B5EF4-FFF2-40B4-BE49-F238E27FC236}">
                <a16:creationId xmlns:a16="http://schemas.microsoft.com/office/drawing/2014/main" id="{FFD2F42B-0196-4024-A1BF-D39606B4D273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3990975" y="6249988"/>
            <a:ext cx="11620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70C0"/>
                </a:solidFill>
                <a:latin typeface="Calibri" panose="020F0502020204030204" pitchFamily="34" charset="0"/>
              </a:rPr>
              <a:t>C# OOP basics</a:t>
            </a:r>
          </a:p>
          <a:p>
            <a:pPr eaLnBrk="1" hangingPunct="1"/>
            <a:fld id="{5689536B-5AB9-4BEF-B106-2B3A84D84C74}" type="slidenum">
              <a:rPr lang="en-US" altLang="en-US">
                <a:solidFill>
                  <a:srgbClr val="0070C0"/>
                </a:solidFill>
                <a:latin typeface="Calibri" panose="020F0502020204030204" pitchFamily="34" charset="0"/>
              </a:rPr>
              <a:pPr eaLnBrk="1" hangingPunct="1"/>
              <a:t>29</a:t>
            </a:fld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  <a:p>
            <a:pPr eaLnBrk="1" hangingPunct="1"/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35844" name="Title 1">
            <a:extLst>
              <a:ext uri="{FF2B5EF4-FFF2-40B4-BE49-F238E27FC236}">
                <a16:creationId xmlns:a16="http://schemas.microsoft.com/office/drawing/2014/main" id="{1DB05BD2-8C48-4DA0-A71D-AF38D34BB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Collaboration through messages</a:t>
            </a:r>
          </a:p>
        </p:txBody>
      </p:sp>
    </p:spTree>
    <p:extLst>
      <p:ext uri="{BB962C8B-B14F-4D97-AF65-F5344CB8AC3E}">
        <p14:creationId xmlns:p14="http://schemas.microsoft.com/office/powerpoint/2010/main" val="42119714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Footer Placeholder 3">
            <a:extLst>
              <a:ext uri="{FF2B5EF4-FFF2-40B4-BE49-F238E27FC236}">
                <a16:creationId xmlns:a16="http://schemas.microsoft.com/office/drawing/2014/main" id="{5DE2B9A7-45CF-48CE-9C13-006B9D1A1E65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3990975" y="6249988"/>
            <a:ext cx="11620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70C0"/>
                </a:solidFill>
                <a:latin typeface="Calibri" panose="020F0502020204030204" pitchFamily="34" charset="0"/>
              </a:rPr>
              <a:t>C# OOP basics</a:t>
            </a:r>
          </a:p>
          <a:p>
            <a:pPr eaLnBrk="1" hangingPunct="1"/>
            <a:fld id="{EA327CFD-17F6-4008-8482-517F49805654}" type="slidenum">
              <a:rPr lang="en-US" altLang="en-US">
                <a:solidFill>
                  <a:srgbClr val="0070C0"/>
                </a:solidFill>
                <a:latin typeface="Calibri" panose="020F0502020204030204" pitchFamily="34" charset="0"/>
              </a:rPr>
              <a:pPr eaLnBrk="1" hangingPunct="1"/>
              <a:t>30</a:t>
            </a:fld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  <a:p>
            <a:pPr eaLnBrk="1" hangingPunct="1"/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36867" name="Title 1">
            <a:extLst>
              <a:ext uri="{FF2B5EF4-FFF2-40B4-BE49-F238E27FC236}">
                <a16:creationId xmlns:a16="http://schemas.microsoft.com/office/drawing/2014/main" id="{5C222A58-C94F-4D05-B522-95834499B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Sequence diagram</a:t>
            </a:r>
          </a:p>
        </p:txBody>
      </p:sp>
      <p:graphicFrame>
        <p:nvGraphicFramePr>
          <p:cNvPr id="36868" name="Object 2">
            <a:extLst>
              <a:ext uri="{FF2B5EF4-FFF2-40B4-BE49-F238E27FC236}">
                <a16:creationId xmlns:a16="http://schemas.microsoft.com/office/drawing/2014/main" id="{54D42510-F223-4479-A1DB-6AB81BBC59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5813" y="2286000"/>
          <a:ext cx="7577137" cy="192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4084510" imgH="1039178" progId="Visio.Drawing.11">
                  <p:embed/>
                </p:oleObj>
              </mc:Choice>
              <mc:Fallback>
                <p:oleObj name="Visio" r:id="rId2" imgW="4084510" imgH="1039178" progId="Visio.Drawing.11">
                  <p:embed/>
                  <p:pic>
                    <p:nvPicPr>
                      <p:cNvPr id="36868" name="Object 2">
                        <a:extLst>
                          <a:ext uri="{FF2B5EF4-FFF2-40B4-BE49-F238E27FC236}">
                            <a16:creationId xmlns:a16="http://schemas.microsoft.com/office/drawing/2014/main" id="{54D42510-F223-4479-A1DB-6AB81BBC59A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813" y="2286000"/>
                        <a:ext cx="7577137" cy="1928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ular Callout 5">
            <a:extLst>
              <a:ext uri="{FF2B5EF4-FFF2-40B4-BE49-F238E27FC236}">
                <a16:creationId xmlns:a16="http://schemas.microsoft.com/office/drawing/2014/main" id="{5C224058-D52F-4E1B-A86B-05021896C22D}"/>
              </a:ext>
            </a:extLst>
          </p:cNvPr>
          <p:cNvSpPr/>
          <p:nvPr/>
        </p:nvSpPr>
        <p:spPr>
          <a:xfrm>
            <a:off x="2428875" y="1643063"/>
            <a:ext cx="1000125" cy="500062"/>
          </a:xfrm>
          <a:prstGeom prst="wedgeRectCallout">
            <a:avLst>
              <a:gd name="adj1" fmla="val 110173"/>
              <a:gd name="adj2" fmla="val 14059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6870" name="TextBox 6">
            <a:extLst>
              <a:ext uri="{FF2B5EF4-FFF2-40B4-BE49-F238E27FC236}">
                <a16:creationId xmlns:a16="http://schemas.microsoft.com/office/drawing/2014/main" id="{2E489935-C6C3-4980-AB20-AEE630A167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4275" y="1714500"/>
            <a:ext cx="8001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/>
              <a:t>object</a:t>
            </a:r>
          </a:p>
        </p:txBody>
      </p:sp>
      <p:sp>
        <p:nvSpPr>
          <p:cNvPr id="8" name="Rectangular Callout 7">
            <a:extLst>
              <a:ext uri="{FF2B5EF4-FFF2-40B4-BE49-F238E27FC236}">
                <a16:creationId xmlns:a16="http://schemas.microsoft.com/office/drawing/2014/main" id="{626594F3-0337-4342-ADDD-FD3A2E47E37A}"/>
              </a:ext>
            </a:extLst>
          </p:cNvPr>
          <p:cNvSpPr/>
          <p:nvPr/>
        </p:nvSpPr>
        <p:spPr>
          <a:xfrm>
            <a:off x="5000625" y="4000500"/>
            <a:ext cx="1285875" cy="500063"/>
          </a:xfrm>
          <a:prstGeom prst="wedgeRectCallout">
            <a:avLst>
              <a:gd name="adj1" fmla="val -24006"/>
              <a:gd name="adj2" fmla="val -9940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6872" name="TextBox 8">
            <a:extLst>
              <a:ext uri="{FF2B5EF4-FFF2-40B4-BE49-F238E27FC236}">
                <a16:creationId xmlns:a16="http://schemas.microsoft.com/office/drawing/2014/main" id="{D3D17CBE-273D-49C4-A538-B4A2BE0586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6025" y="4071938"/>
            <a:ext cx="11207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/>
              <a:t>message</a:t>
            </a:r>
          </a:p>
        </p:txBody>
      </p:sp>
      <p:sp>
        <p:nvSpPr>
          <p:cNvPr id="36873" name="TextBox 9">
            <a:extLst>
              <a:ext uri="{FF2B5EF4-FFF2-40B4-BE49-F238E27FC236}">
                <a16:creationId xmlns:a16="http://schemas.microsoft.com/office/drawing/2014/main" id="{68DCAFB1-3314-4FAC-BBC3-ED5A8842F0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8" y="3214688"/>
            <a:ext cx="6207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>
                <a:solidFill>
                  <a:srgbClr val="FFC000"/>
                </a:solidFill>
              </a:rPr>
              <a:t>time</a:t>
            </a:r>
          </a:p>
        </p:txBody>
      </p:sp>
      <p:sp>
        <p:nvSpPr>
          <p:cNvPr id="11" name="Down Arrow 10">
            <a:extLst>
              <a:ext uri="{FF2B5EF4-FFF2-40B4-BE49-F238E27FC236}">
                <a16:creationId xmlns:a16="http://schemas.microsoft.com/office/drawing/2014/main" id="{6CBD5E09-E4D6-427A-8B8A-28AC30765012}"/>
              </a:ext>
            </a:extLst>
          </p:cNvPr>
          <p:cNvSpPr/>
          <p:nvPr/>
        </p:nvSpPr>
        <p:spPr>
          <a:xfrm>
            <a:off x="457200" y="3571875"/>
            <a:ext cx="357188" cy="100012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6D77A9-D429-4403-B329-FD1578AB0981}"/>
              </a:ext>
            </a:extLst>
          </p:cNvPr>
          <p:cNvSpPr txBox="1"/>
          <p:nvPr/>
        </p:nvSpPr>
        <p:spPr>
          <a:xfrm>
            <a:off x="1143000" y="5072063"/>
            <a:ext cx="6715125" cy="92392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GB" dirty="0"/>
              <a:t>This diagram shows that Program calls </a:t>
            </a:r>
            <a:r>
              <a:rPr lang="en-GB" dirty="0" err="1"/>
              <a:t>RecordOvertime</a:t>
            </a:r>
            <a:r>
              <a:rPr lang="en-GB" dirty="0"/>
              <a:t> on Employee object </a:t>
            </a:r>
            <a:r>
              <a:rPr lang="en-GB" i="1" dirty="0"/>
              <a:t>emp1</a:t>
            </a:r>
            <a:r>
              <a:rPr lang="en-GB" dirty="0"/>
              <a:t>, which as a result calls </a:t>
            </a:r>
            <a:r>
              <a:rPr lang="en-GB" dirty="0" err="1"/>
              <a:t>AddEntry</a:t>
            </a:r>
            <a:r>
              <a:rPr lang="en-GB" dirty="0"/>
              <a:t> on </a:t>
            </a:r>
            <a:r>
              <a:rPr lang="en-GB" dirty="0" err="1"/>
              <a:t>TimeSheet</a:t>
            </a:r>
            <a:r>
              <a:rPr lang="en-GB" dirty="0"/>
              <a:t> object</a:t>
            </a:r>
            <a:r>
              <a:rPr lang="en-GB" i="1" dirty="0"/>
              <a:t> </a:t>
            </a:r>
            <a:r>
              <a:rPr lang="en-GB" i="1" dirty="0" err="1"/>
              <a:t>ts</a:t>
            </a:r>
            <a:r>
              <a:rPr lang="en-GB" i="1" dirty="0"/>
              <a:t> </a:t>
            </a:r>
            <a:r>
              <a:rPr lang="en-GB" dirty="0"/>
              <a:t>– look at code to see how this works</a:t>
            </a:r>
          </a:p>
        </p:txBody>
      </p:sp>
    </p:spTree>
    <p:extLst>
      <p:ext uri="{BB962C8B-B14F-4D97-AF65-F5344CB8AC3E}">
        <p14:creationId xmlns:p14="http://schemas.microsoft.com/office/powerpoint/2010/main" val="6655449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Content Placeholder 2">
            <a:extLst>
              <a:ext uri="{FF2B5EF4-FFF2-40B4-BE49-F238E27FC236}">
                <a16:creationId xmlns:a16="http://schemas.microsoft.com/office/drawing/2014/main" id="{A958FFDF-9F2C-4D42-931D-3C78B2434D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Specify </a:t>
            </a:r>
            <a:r>
              <a:rPr lang="en-GB" altLang="en-US" b="1" dirty="0"/>
              <a:t>method name</a:t>
            </a:r>
            <a:r>
              <a:rPr lang="en-GB" altLang="en-US" dirty="0"/>
              <a:t>, </a:t>
            </a:r>
            <a:r>
              <a:rPr lang="en-GB" altLang="en-US" b="1" dirty="0"/>
              <a:t>return type </a:t>
            </a:r>
            <a:r>
              <a:rPr lang="en-GB" altLang="en-US" dirty="0"/>
              <a:t>and </a:t>
            </a:r>
            <a:r>
              <a:rPr lang="en-GB" altLang="en-US" b="1" dirty="0"/>
              <a:t>parameter types</a:t>
            </a:r>
            <a:r>
              <a:rPr lang="en-GB" altLang="en-US" dirty="0"/>
              <a:t>, e.g.:</a:t>
            </a:r>
          </a:p>
          <a:p>
            <a:pPr eaLnBrk="1" hangingPunct="1"/>
            <a:r>
              <a:rPr lang="en-GB" altLang="en-US" dirty="0" err="1"/>
              <a:t>RecordOvertime</a:t>
            </a:r>
            <a:r>
              <a:rPr lang="en-GB" altLang="en-US" dirty="0"/>
              <a:t> </a:t>
            </a:r>
          </a:p>
          <a:p>
            <a:pPr lvl="1" eaLnBrk="1" hangingPunct="1"/>
            <a:r>
              <a:rPr lang="en-GB" altLang="en-US" dirty="0"/>
              <a:t>Needs number of hours as a parameter</a:t>
            </a:r>
          </a:p>
          <a:p>
            <a:pPr lvl="1" eaLnBrk="1" hangingPunct="1"/>
            <a:r>
              <a:rPr lang="en-GB" altLang="en-US" dirty="0"/>
              <a:t>Needs </a:t>
            </a:r>
            <a:r>
              <a:rPr lang="en-GB" altLang="en-US" dirty="0" err="1"/>
              <a:t>TimeSheet</a:t>
            </a:r>
            <a:r>
              <a:rPr lang="en-GB" altLang="en-US" dirty="0"/>
              <a:t> object as a parameter</a:t>
            </a:r>
          </a:p>
          <a:p>
            <a:pPr lvl="1" eaLnBrk="1" hangingPunct="1"/>
            <a:r>
              <a:rPr lang="en-GB" altLang="en-US" dirty="0"/>
              <a:t>returns no value (return type is </a:t>
            </a:r>
            <a:r>
              <a:rPr lang="en-GB" altLang="en-US" b="1" dirty="0"/>
              <a:t>void</a:t>
            </a:r>
            <a:r>
              <a:rPr lang="en-GB" altLang="en-US" dirty="0"/>
              <a:t>)</a:t>
            </a:r>
          </a:p>
          <a:p>
            <a:pPr eaLnBrk="1" hangingPunct="1"/>
            <a:r>
              <a:rPr lang="en-GB" altLang="en-US" dirty="0"/>
              <a:t>Email</a:t>
            </a:r>
          </a:p>
          <a:p>
            <a:pPr lvl="1" eaLnBrk="1" hangingPunct="1"/>
            <a:r>
              <a:rPr lang="en-GB" altLang="en-US" dirty="0"/>
              <a:t>Returns a string containing the email address</a:t>
            </a:r>
          </a:p>
          <a:p>
            <a:pPr lvl="1" eaLnBrk="1" hangingPunct="1"/>
            <a:r>
              <a:rPr lang="en-GB" altLang="en-US" dirty="0"/>
              <a:t>Doesn’t need to pass any parameters</a:t>
            </a:r>
          </a:p>
        </p:txBody>
      </p:sp>
      <p:sp>
        <p:nvSpPr>
          <p:cNvPr id="37891" name="Footer Placeholder 3">
            <a:extLst>
              <a:ext uri="{FF2B5EF4-FFF2-40B4-BE49-F238E27FC236}">
                <a16:creationId xmlns:a16="http://schemas.microsoft.com/office/drawing/2014/main" id="{93BD3874-8512-4D09-83AE-EF35A6471B5D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3990975" y="6249988"/>
            <a:ext cx="11620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70C0"/>
                </a:solidFill>
                <a:latin typeface="Calibri" panose="020F0502020204030204" pitchFamily="34" charset="0"/>
              </a:rPr>
              <a:t>C# OOP basics</a:t>
            </a:r>
          </a:p>
          <a:p>
            <a:pPr eaLnBrk="1" hangingPunct="1"/>
            <a:fld id="{B7F0D183-E793-4646-BB2A-D9B7A324F96C}" type="slidenum">
              <a:rPr lang="en-US" altLang="en-US">
                <a:solidFill>
                  <a:srgbClr val="0070C0"/>
                </a:solidFill>
                <a:latin typeface="Calibri" panose="020F0502020204030204" pitchFamily="34" charset="0"/>
              </a:rPr>
              <a:pPr eaLnBrk="1" hangingPunct="1"/>
              <a:t>31</a:t>
            </a:fld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  <a:p>
            <a:pPr eaLnBrk="1" hangingPunct="1"/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37892" name="Title 1">
            <a:extLst>
              <a:ext uri="{FF2B5EF4-FFF2-40B4-BE49-F238E27FC236}">
                <a16:creationId xmlns:a16="http://schemas.microsoft.com/office/drawing/2014/main" id="{C59CE6F6-B8BC-4AC7-A192-7E44DBD7A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Method signatures</a:t>
            </a:r>
          </a:p>
        </p:txBody>
      </p:sp>
    </p:spTree>
    <p:extLst>
      <p:ext uri="{BB962C8B-B14F-4D97-AF65-F5344CB8AC3E}">
        <p14:creationId xmlns:p14="http://schemas.microsoft.com/office/powerpoint/2010/main" val="35894714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5">
            <a:extLst>
              <a:ext uri="{FF2B5EF4-FFF2-40B4-BE49-F238E27FC236}">
                <a16:creationId xmlns:a16="http://schemas.microsoft.com/office/drawing/2014/main" id="{82BCB70B-62B5-4B82-AAB0-B665B344FF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286000"/>
            <a:ext cx="6572250" cy="204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15" name="Footer Placeholder 3">
            <a:extLst>
              <a:ext uri="{FF2B5EF4-FFF2-40B4-BE49-F238E27FC236}">
                <a16:creationId xmlns:a16="http://schemas.microsoft.com/office/drawing/2014/main" id="{9B7B7C93-5E09-4A37-939C-A4E2BFB22DD2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3990975" y="6249988"/>
            <a:ext cx="11620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70C0"/>
                </a:solidFill>
                <a:latin typeface="Calibri" panose="020F0502020204030204" pitchFamily="34" charset="0"/>
              </a:rPr>
              <a:t>C# OOP basics</a:t>
            </a:r>
          </a:p>
          <a:p>
            <a:pPr eaLnBrk="1" hangingPunct="1"/>
            <a:fld id="{4E0A3C27-A098-4B05-BB05-538FFECCDFD6}" type="slidenum">
              <a:rPr lang="en-US" altLang="en-US">
                <a:solidFill>
                  <a:srgbClr val="0070C0"/>
                </a:solidFill>
                <a:latin typeface="Calibri" panose="020F0502020204030204" pitchFamily="34" charset="0"/>
              </a:rPr>
              <a:pPr eaLnBrk="1" hangingPunct="1"/>
              <a:t>32</a:t>
            </a:fld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  <a:p>
            <a:pPr eaLnBrk="1" hangingPunct="1"/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38916" name="Title 1">
            <a:extLst>
              <a:ext uri="{FF2B5EF4-FFF2-40B4-BE49-F238E27FC236}">
                <a16:creationId xmlns:a16="http://schemas.microsoft.com/office/drawing/2014/main" id="{E5B90BB6-2268-4CBE-98AF-E3A52562C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Class diagram with more detail</a:t>
            </a:r>
          </a:p>
        </p:txBody>
      </p:sp>
      <p:sp>
        <p:nvSpPr>
          <p:cNvPr id="6" name="Rectangular Callout 5">
            <a:extLst>
              <a:ext uri="{FF2B5EF4-FFF2-40B4-BE49-F238E27FC236}">
                <a16:creationId xmlns:a16="http://schemas.microsoft.com/office/drawing/2014/main" id="{9097D08A-C20E-4BD9-A4F5-959ED91DD545}"/>
              </a:ext>
            </a:extLst>
          </p:cNvPr>
          <p:cNvSpPr/>
          <p:nvPr/>
        </p:nvSpPr>
        <p:spPr>
          <a:xfrm>
            <a:off x="2428875" y="1643063"/>
            <a:ext cx="1785938" cy="500062"/>
          </a:xfrm>
          <a:prstGeom prst="wedgeRectCallout">
            <a:avLst>
              <a:gd name="adj1" fmla="val -40302"/>
              <a:gd name="adj2" fmla="val 15202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8918" name="TextBox 6">
            <a:extLst>
              <a:ext uri="{FF2B5EF4-FFF2-40B4-BE49-F238E27FC236}">
                <a16:creationId xmlns:a16="http://schemas.microsoft.com/office/drawing/2014/main" id="{DED6C184-B2D6-4653-9771-2ACBD0BC9E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4275" y="1714500"/>
            <a:ext cx="16605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/>
              <a:t>attribute types</a:t>
            </a:r>
          </a:p>
        </p:txBody>
      </p:sp>
      <p:sp>
        <p:nvSpPr>
          <p:cNvPr id="8" name="Rectangular Callout 7">
            <a:extLst>
              <a:ext uri="{FF2B5EF4-FFF2-40B4-BE49-F238E27FC236}">
                <a16:creationId xmlns:a16="http://schemas.microsoft.com/office/drawing/2014/main" id="{B330802D-FE09-4339-9474-A950D9B0EE02}"/>
              </a:ext>
            </a:extLst>
          </p:cNvPr>
          <p:cNvSpPr/>
          <p:nvPr/>
        </p:nvSpPr>
        <p:spPr>
          <a:xfrm>
            <a:off x="3500438" y="4643438"/>
            <a:ext cx="1571625" cy="500062"/>
          </a:xfrm>
          <a:prstGeom prst="wedgeRectCallout">
            <a:avLst>
              <a:gd name="adj1" fmla="val 12934"/>
              <a:gd name="adj2" fmla="val -14130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8920" name="TextBox 8">
            <a:extLst>
              <a:ext uri="{FF2B5EF4-FFF2-40B4-BE49-F238E27FC236}">
                <a16:creationId xmlns:a16="http://schemas.microsoft.com/office/drawing/2014/main" id="{065A6489-76AE-4696-A373-147C894231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3313" y="4714875"/>
            <a:ext cx="13525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/>
              <a:t>parameters</a:t>
            </a:r>
          </a:p>
        </p:txBody>
      </p:sp>
      <p:sp>
        <p:nvSpPr>
          <p:cNvPr id="10" name="Rectangular Callout 9">
            <a:extLst>
              <a:ext uri="{FF2B5EF4-FFF2-40B4-BE49-F238E27FC236}">
                <a16:creationId xmlns:a16="http://schemas.microsoft.com/office/drawing/2014/main" id="{8914B229-0495-44B5-BE0D-9F1F85445E78}"/>
              </a:ext>
            </a:extLst>
          </p:cNvPr>
          <p:cNvSpPr/>
          <p:nvPr/>
        </p:nvSpPr>
        <p:spPr>
          <a:xfrm>
            <a:off x="571500" y="4857750"/>
            <a:ext cx="1571625" cy="500063"/>
          </a:xfrm>
          <a:prstGeom prst="wedgeRectCallout">
            <a:avLst>
              <a:gd name="adj1" fmla="val 62631"/>
              <a:gd name="adj2" fmla="val -23083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8922" name="TextBox 10">
            <a:extLst>
              <a:ext uri="{FF2B5EF4-FFF2-40B4-BE49-F238E27FC236}">
                <a16:creationId xmlns:a16="http://schemas.microsoft.com/office/drawing/2014/main" id="{D135D416-F7F8-4D1F-8221-538A453EF6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" y="4929188"/>
            <a:ext cx="12874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/>
              <a:t>return type</a:t>
            </a:r>
          </a:p>
        </p:txBody>
      </p:sp>
    </p:spTree>
    <p:extLst>
      <p:ext uri="{BB962C8B-B14F-4D97-AF65-F5344CB8AC3E}">
        <p14:creationId xmlns:p14="http://schemas.microsoft.com/office/powerpoint/2010/main" val="20103421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Content Placeholder 2">
            <a:extLst>
              <a:ext uri="{FF2B5EF4-FFF2-40B4-BE49-F238E27FC236}">
                <a16:creationId xmlns:a16="http://schemas.microsoft.com/office/drawing/2014/main" id="{F5F88218-83D6-4004-A7F3-2A0DBBC868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A method contains code which defines the steps required to perform an action</a:t>
            </a:r>
          </a:p>
          <a:p>
            <a:pPr eaLnBrk="1" hangingPunct="1"/>
            <a:r>
              <a:rPr lang="en-GB" altLang="en-US" dirty="0"/>
              <a:t>Sometimes this can be very simple:</a:t>
            </a:r>
          </a:p>
          <a:p>
            <a:pPr lvl="1" eaLnBrk="1" hangingPunct="1"/>
            <a:r>
              <a:rPr lang="en-GB" altLang="en-US" dirty="0" err="1"/>
              <a:t>AddEntry</a:t>
            </a:r>
            <a:r>
              <a:rPr lang="en-GB" altLang="en-US" dirty="0"/>
              <a:t> method simply writes to console</a:t>
            </a:r>
          </a:p>
          <a:p>
            <a:pPr lvl="1" eaLnBrk="1" hangingPunct="1"/>
            <a:r>
              <a:rPr lang="en-GB" altLang="en-US" dirty="0" err="1"/>
              <a:t>RecordOvertime</a:t>
            </a:r>
            <a:r>
              <a:rPr lang="en-GB" altLang="en-US" dirty="0"/>
              <a:t> method just sends a message to another object</a:t>
            </a:r>
          </a:p>
          <a:p>
            <a:pPr eaLnBrk="1" hangingPunct="1"/>
            <a:r>
              <a:rPr lang="en-GB" altLang="en-US" dirty="0"/>
              <a:t>Sometimes the action is more complicated, and requires many steps to define an </a:t>
            </a:r>
            <a:r>
              <a:rPr lang="en-GB" altLang="en-US" b="1" dirty="0"/>
              <a:t>algorithm</a:t>
            </a:r>
          </a:p>
        </p:txBody>
      </p:sp>
      <p:sp>
        <p:nvSpPr>
          <p:cNvPr id="39939" name="Footer Placeholder 3">
            <a:extLst>
              <a:ext uri="{FF2B5EF4-FFF2-40B4-BE49-F238E27FC236}">
                <a16:creationId xmlns:a16="http://schemas.microsoft.com/office/drawing/2014/main" id="{F3A6C53D-067C-47D3-AD83-736BC18C2C2E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3990975" y="6249988"/>
            <a:ext cx="11620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70C0"/>
                </a:solidFill>
                <a:latin typeface="Calibri" panose="020F0502020204030204" pitchFamily="34" charset="0"/>
              </a:rPr>
              <a:t>C# OOP basics</a:t>
            </a:r>
          </a:p>
          <a:p>
            <a:pPr eaLnBrk="1" hangingPunct="1"/>
            <a:fld id="{718CC2CB-7C7D-4B3B-BAD0-206DF0A993E6}" type="slidenum">
              <a:rPr lang="en-US" altLang="en-US">
                <a:solidFill>
                  <a:srgbClr val="0070C0"/>
                </a:solidFill>
                <a:latin typeface="Calibri" panose="020F0502020204030204" pitchFamily="34" charset="0"/>
              </a:rPr>
              <a:pPr eaLnBrk="1" hangingPunct="1"/>
              <a:t>33</a:t>
            </a:fld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  <a:p>
            <a:pPr eaLnBrk="1" hangingPunct="1"/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39940" name="Title 1">
            <a:extLst>
              <a:ext uri="{FF2B5EF4-FFF2-40B4-BE49-F238E27FC236}">
                <a16:creationId xmlns:a16="http://schemas.microsoft.com/office/drawing/2014/main" id="{708E447E-77BC-4D2C-A3C8-BFEF540EB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Methods and algorithms</a:t>
            </a:r>
          </a:p>
        </p:txBody>
      </p:sp>
    </p:spTree>
    <p:extLst>
      <p:ext uri="{BB962C8B-B14F-4D97-AF65-F5344CB8AC3E}">
        <p14:creationId xmlns:p14="http://schemas.microsoft.com/office/powerpoint/2010/main" val="33371875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Content Placeholder 2">
            <a:extLst>
              <a:ext uri="{FF2B5EF4-FFF2-40B4-BE49-F238E27FC236}">
                <a16:creationId xmlns:a16="http://schemas.microsoft.com/office/drawing/2014/main" id="{3FB29BDA-DE32-4781-A40C-43EE861DAC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Algorithm is a step-by-step procedure to solve a problem</a:t>
            </a:r>
          </a:p>
          <a:p>
            <a:pPr eaLnBrk="1" hangingPunct="1"/>
            <a:r>
              <a:rPr lang="en-GB" altLang="en-US"/>
              <a:t>Steps are defined as program statements</a:t>
            </a:r>
          </a:p>
          <a:p>
            <a:pPr eaLnBrk="1" hangingPunct="1"/>
            <a:r>
              <a:rPr lang="en-GB" altLang="en-US"/>
              <a:t>May involve combination of any of the following:</a:t>
            </a:r>
          </a:p>
          <a:p>
            <a:pPr lvl="1" eaLnBrk="1" hangingPunct="1"/>
            <a:r>
              <a:rPr lang="en-GB" altLang="en-US"/>
              <a:t>Calculations </a:t>
            </a:r>
          </a:p>
          <a:p>
            <a:pPr lvl="1" eaLnBrk="1" hangingPunct="1"/>
            <a:r>
              <a:rPr lang="en-GB" altLang="en-US"/>
              <a:t>Decisions: if-else statements</a:t>
            </a:r>
          </a:p>
          <a:p>
            <a:pPr lvl="1" eaLnBrk="1" hangingPunct="1"/>
            <a:r>
              <a:rPr lang="en-GB" altLang="en-US"/>
              <a:t>Repeated actions: for, while loops</a:t>
            </a:r>
          </a:p>
          <a:p>
            <a:pPr lvl="1" eaLnBrk="1" hangingPunct="1"/>
            <a:r>
              <a:rPr lang="en-GB" altLang="en-US"/>
              <a:t>Calls to other methods</a:t>
            </a:r>
          </a:p>
        </p:txBody>
      </p:sp>
      <p:sp>
        <p:nvSpPr>
          <p:cNvPr id="40963" name="Footer Placeholder 3">
            <a:extLst>
              <a:ext uri="{FF2B5EF4-FFF2-40B4-BE49-F238E27FC236}">
                <a16:creationId xmlns:a16="http://schemas.microsoft.com/office/drawing/2014/main" id="{375BB0CA-9F19-499F-896A-5F1C1BD33BDC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3990975" y="6249988"/>
            <a:ext cx="11620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70C0"/>
                </a:solidFill>
                <a:latin typeface="Calibri" panose="020F0502020204030204" pitchFamily="34" charset="0"/>
              </a:rPr>
              <a:t>C# OOP basics</a:t>
            </a:r>
          </a:p>
          <a:p>
            <a:pPr eaLnBrk="1" hangingPunct="1"/>
            <a:fld id="{5B6006AC-F5A5-4CC1-B5E2-B512DCB4DCD7}" type="slidenum">
              <a:rPr lang="en-US" altLang="en-US">
                <a:solidFill>
                  <a:srgbClr val="0070C0"/>
                </a:solidFill>
                <a:latin typeface="Calibri" panose="020F0502020204030204" pitchFamily="34" charset="0"/>
              </a:rPr>
              <a:pPr eaLnBrk="1" hangingPunct="1"/>
              <a:t>34</a:t>
            </a:fld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  <a:p>
            <a:pPr eaLnBrk="1" hangingPunct="1"/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40964" name="Title 1">
            <a:extLst>
              <a:ext uri="{FF2B5EF4-FFF2-40B4-BE49-F238E27FC236}">
                <a16:creationId xmlns:a16="http://schemas.microsoft.com/office/drawing/2014/main" id="{85E03156-E786-46A4-865D-F00B473FA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Methods and algorithms</a:t>
            </a:r>
          </a:p>
        </p:txBody>
      </p:sp>
    </p:spTree>
    <p:extLst>
      <p:ext uri="{BB962C8B-B14F-4D97-AF65-F5344CB8AC3E}">
        <p14:creationId xmlns:p14="http://schemas.microsoft.com/office/powerpoint/2010/main" val="27841996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Content Placeholder 2">
            <a:extLst>
              <a:ext uri="{FF2B5EF4-FFF2-40B4-BE49-F238E27FC236}">
                <a16:creationId xmlns:a16="http://schemas.microsoft.com/office/drawing/2014/main" id="{85F9DE8A-9AD5-41CE-8E01-6E8A784AEA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Need to define relationships to allow objects to interact</a:t>
            </a:r>
          </a:p>
          <a:p>
            <a:pPr eaLnBrk="1" hangingPunct="1"/>
            <a:r>
              <a:rPr lang="en-GB" altLang="en-US"/>
              <a:t>Can show relationships in class and object diagrams</a:t>
            </a:r>
          </a:p>
          <a:p>
            <a:pPr eaLnBrk="1" hangingPunct="1"/>
            <a:r>
              <a:rPr lang="en-GB" altLang="en-US"/>
              <a:t>Need to implement these in code </a:t>
            </a:r>
          </a:p>
          <a:p>
            <a:pPr eaLnBrk="1" hangingPunct="1"/>
            <a:r>
              <a:rPr lang="en-GB" altLang="en-US"/>
              <a:t>Learn code patterns for implementing various relationship types</a:t>
            </a:r>
          </a:p>
          <a:p>
            <a:pPr eaLnBrk="1" hangingPunct="1"/>
            <a:endParaRPr lang="en-GB" altLang="en-US"/>
          </a:p>
        </p:txBody>
      </p:sp>
      <p:sp>
        <p:nvSpPr>
          <p:cNvPr id="41987" name="Footer Placeholder 3">
            <a:extLst>
              <a:ext uri="{FF2B5EF4-FFF2-40B4-BE49-F238E27FC236}">
                <a16:creationId xmlns:a16="http://schemas.microsoft.com/office/drawing/2014/main" id="{E4AF6351-0160-459A-93AB-A37F16A03016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3990975" y="6249988"/>
            <a:ext cx="11620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70C0"/>
                </a:solidFill>
                <a:latin typeface="Calibri" panose="020F0502020204030204" pitchFamily="34" charset="0"/>
              </a:rPr>
              <a:t>C# OOP basics</a:t>
            </a:r>
          </a:p>
          <a:p>
            <a:pPr eaLnBrk="1" hangingPunct="1"/>
            <a:fld id="{588D186E-0777-44FE-8C52-FB70CE5095F2}" type="slidenum">
              <a:rPr lang="en-US" altLang="en-US">
                <a:solidFill>
                  <a:srgbClr val="0070C0"/>
                </a:solidFill>
                <a:latin typeface="Calibri" panose="020F0502020204030204" pitchFamily="34" charset="0"/>
              </a:rPr>
              <a:pPr eaLnBrk="1" hangingPunct="1"/>
              <a:t>35</a:t>
            </a:fld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  <a:p>
            <a:pPr eaLnBrk="1" hangingPunct="1"/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41988" name="Title 1">
            <a:extLst>
              <a:ext uri="{FF2B5EF4-FFF2-40B4-BE49-F238E27FC236}">
                <a16:creationId xmlns:a16="http://schemas.microsoft.com/office/drawing/2014/main" id="{FAB4417A-2DF0-46E5-8CAC-1A580D2B6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Relationships</a:t>
            </a:r>
          </a:p>
        </p:txBody>
      </p:sp>
    </p:spTree>
    <p:extLst>
      <p:ext uri="{BB962C8B-B14F-4D97-AF65-F5344CB8AC3E}">
        <p14:creationId xmlns:p14="http://schemas.microsoft.com/office/powerpoint/2010/main" val="16913899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Content Placeholder 2">
            <a:extLst>
              <a:ext uri="{FF2B5EF4-FFF2-40B4-BE49-F238E27FC236}">
                <a16:creationId xmlns:a16="http://schemas.microsoft.com/office/drawing/2014/main" id="{AAEB770C-F7F5-463C-826E-5F06B1D61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One object contains one or more other objects</a:t>
            </a:r>
          </a:p>
          <a:p>
            <a:pPr lvl="1" eaLnBrk="1" hangingPunct="1"/>
            <a:r>
              <a:rPr lang="en-GB" altLang="en-US"/>
              <a:t>Department </a:t>
            </a:r>
            <a:r>
              <a:rPr lang="en-GB" altLang="en-US" i="1"/>
              <a:t>has</a:t>
            </a:r>
            <a:r>
              <a:rPr lang="en-GB" altLang="en-US"/>
              <a:t> Employees, Employee </a:t>
            </a:r>
            <a:r>
              <a:rPr lang="en-GB" altLang="en-US" i="1"/>
              <a:t>has-a</a:t>
            </a:r>
            <a:r>
              <a:rPr lang="en-GB" altLang="en-US"/>
              <a:t> Location</a:t>
            </a:r>
          </a:p>
          <a:p>
            <a:pPr lvl="1" eaLnBrk="1" hangingPunct="1"/>
            <a:r>
              <a:rPr lang="en-GB" altLang="en-US" b="1"/>
              <a:t>aggregation</a:t>
            </a:r>
            <a:r>
              <a:rPr lang="en-GB" altLang="en-US"/>
              <a:t> – shared ownership</a:t>
            </a:r>
          </a:p>
          <a:p>
            <a:pPr lvl="1" eaLnBrk="1" hangingPunct="1"/>
            <a:r>
              <a:rPr lang="en-GB" altLang="en-US" b="1"/>
              <a:t>composition</a:t>
            </a:r>
            <a:r>
              <a:rPr lang="en-GB" altLang="en-US"/>
              <a:t> – exclusive ownership</a:t>
            </a:r>
          </a:p>
          <a:p>
            <a:pPr lvl="1" eaLnBrk="1" hangingPunct="1"/>
            <a:r>
              <a:rPr lang="en-GB" altLang="en-US" b="1"/>
              <a:t>association</a:t>
            </a:r>
            <a:r>
              <a:rPr lang="en-GB" altLang="en-US"/>
              <a:t> – no ownership</a:t>
            </a:r>
          </a:p>
          <a:p>
            <a:pPr eaLnBrk="1" hangingPunct="1"/>
            <a:r>
              <a:rPr lang="en-GB" altLang="en-US"/>
              <a:t>Usually implemented as an instance variable in one class</a:t>
            </a:r>
          </a:p>
          <a:p>
            <a:pPr lvl="1" eaLnBrk="1" hangingPunct="1"/>
            <a:r>
              <a:rPr lang="en-GB" altLang="en-US"/>
              <a:t>Employee has an attribute of type Location</a:t>
            </a:r>
          </a:p>
        </p:txBody>
      </p:sp>
      <p:sp>
        <p:nvSpPr>
          <p:cNvPr id="43011" name="Footer Placeholder 3">
            <a:extLst>
              <a:ext uri="{FF2B5EF4-FFF2-40B4-BE49-F238E27FC236}">
                <a16:creationId xmlns:a16="http://schemas.microsoft.com/office/drawing/2014/main" id="{E06F4DF4-B141-4328-9277-2ABEF960B400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3990975" y="6249988"/>
            <a:ext cx="11620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70C0"/>
                </a:solidFill>
                <a:latin typeface="Calibri" panose="020F0502020204030204" pitchFamily="34" charset="0"/>
              </a:rPr>
              <a:t>C# OOP basics</a:t>
            </a:r>
          </a:p>
          <a:p>
            <a:pPr eaLnBrk="1" hangingPunct="1"/>
            <a:fld id="{209AC2C9-80A3-4F54-BA5E-5AF2087CBDC3}" type="slidenum">
              <a:rPr lang="en-US" altLang="en-US">
                <a:solidFill>
                  <a:srgbClr val="0070C0"/>
                </a:solidFill>
                <a:latin typeface="Calibri" panose="020F0502020204030204" pitchFamily="34" charset="0"/>
              </a:rPr>
              <a:pPr eaLnBrk="1" hangingPunct="1"/>
              <a:t>36</a:t>
            </a:fld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  <a:p>
            <a:pPr eaLnBrk="1" hangingPunct="1"/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43012" name="Title 1">
            <a:extLst>
              <a:ext uri="{FF2B5EF4-FFF2-40B4-BE49-F238E27FC236}">
                <a16:creationId xmlns:a16="http://schemas.microsoft.com/office/drawing/2014/main" id="{DEC5125C-40FC-4397-9278-52075C05A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“has-a” relationship</a:t>
            </a:r>
          </a:p>
        </p:txBody>
      </p:sp>
    </p:spTree>
    <p:extLst>
      <p:ext uri="{BB962C8B-B14F-4D97-AF65-F5344CB8AC3E}">
        <p14:creationId xmlns:p14="http://schemas.microsoft.com/office/powerpoint/2010/main" val="30092165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Content Placeholder 2">
            <a:extLst>
              <a:ext uri="{FF2B5EF4-FFF2-40B4-BE49-F238E27FC236}">
                <a16:creationId xmlns:a16="http://schemas.microsoft.com/office/drawing/2014/main" id="{CD855248-FACF-4242-A4E2-6BE2649B7D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One object has some kind of </a:t>
            </a:r>
            <a:r>
              <a:rPr lang="en-GB" altLang="en-US" b="1" dirty="0"/>
              <a:t>association </a:t>
            </a:r>
            <a:r>
              <a:rPr lang="en-GB" altLang="en-US" dirty="0"/>
              <a:t>with another</a:t>
            </a:r>
          </a:p>
          <a:p>
            <a:pPr lvl="1" eaLnBrk="1" hangingPunct="1"/>
            <a:r>
              <a:rPr lang="en-GB" altLang="en-US" dirty="0"/>
              <a:t>Employee </a:t>
            </a:r>
            <a:r>
              <a:rPr lang="en-GB" altLang="en-US" i="1" dirty="0"/>
              <a:t>uses-a</a:t>
            </a:r>
            <a:r>
              <a:rPr lang="en-GB" altLang="en-US" dirty="0"/>
              <a:t> </a:t>
            </a:r>
            <a:r>
              <a:rPr lang="en-GB" altLang="en-US" dirty="0" err="1"/>
              <a:t>TimeSheet</a:t>
            </a:r>
            <a:endParaRPr lang="en-GB" altLang="en-US" dirty="0"/>
          </a:p>
          <a:p>
            <a:pPr eaLnBrk="1" hangingPunct="1"/>
            <a:r>
              <a:rPr lang="en-GB" altLang="en-US" dirty="0"/>
              <a:t>Association is temporary, not implemented by instance variable</a:t>
            </a:r>
          </a:p>
          <a:p>
            <a:pPr eaLnBrk="1" hangingPunct="1"/>
            <a:r>
              <a:rPr lang="en-GB" altLang="en-US" dirty="0"/>
              <a:t>Can be implemented through a method parameter </a:t>
            </a:r>
          </a:p>
          <a:p>
            <a:pPr lvl="1" eaLnBrk="1" hangingPunct="1"/>
            <a:r>
              <a:rPr lang="en-GB" altLang="en-US" dirty="0"/>
              <a:t>Employee’s </a:t>
            </a:r>
            <a:r>
              <a:rPr lang="en-GB" altLang="en-US" dirty="0" err="1"/>
              <a:t>RecordOvertime</a:t>
            </a:r>
            <a:r>
              <a:rPr lang="en-GB" altLang="en-US" dirty="0"/>
              <a:t> method has a parameter of type </a:t>
            </a:r>
            <a:r>
              <a:rPr lang="en-GB" altLang="en-US" dirty="0" err="1"/>
              <a:t>TimeSheet</a:t>
            </a:r>
            <a:endParaRPr lang="en-GB" altLang="en-US" dirty="0"/>
          </a:p>
        </p:txBody>
      </p:sp>
      <p:sp>
        <p:nvSpPr>
          <p:cNvPr id="44035" name="Footer Placeholder 3">
            <a:extLst>
              <a:ext uri="{FF2B5EF4-FFF2-40B4-BE49-F238E27FC236}">
                <a16:creationId xmlns:a16="http://schemas.microsoft.com/office/drawing/2014/main" id="{1EE05376-31BC-4FFF-957C-D5FA1298F5AA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3990975" y="6249988"/>
            <a:ext cx="11620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70C0"/>
                </a:solidFill>
                <a:latin typeface="Calibri" panose="020F0502020204030204" pitchFamily="34" charset="0"/>
              </a:rPr>
              <a:t>C# OOP basics</a:t>
            </a:r>
          </a:p>
          <a:p>
            <a:pPr eaLnBrk="1" hangingPunct="1"/>
            <a:fld id="{8E51BFAB-F0C6-4ED9-AB67-87B25704DD32}" type="slidenum">
              <a:rPr lang="en-US" altLang="en-US">
                <a:solidFill>
                  <a:srgbClr val="0070C0"/>
                </a:solidFill>
                <a:latin typeface="Calibri" panose="020F0502020204030204" pitchFamily="34" charset="0"/>
              </a:rPr>
              <a:pPr eaLnBrk="1" hangingPunct="1"/>
              <a:t>37</a:t>
            </a:fld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  <a:p>
            <a:pPr eaLnBrk="1" hangingPunct="1"/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44036" name="Title 1">
            <a:extLst>
              <a:ext uri="{FF2B5EF4-FFF2-40B4-BE49-F238E27FC236}">
                <a16:creationId xmlns:a16="http://schemas.microsoft.com/office/drawing/2014/main" id="{ACA3E2E1-D995-4C26-BAAA-F07CA6D12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“uses-a” relationship</a:t>
            </a:r>
          </a:p>
        </p:txBody>
      </p:sp>
    </p:spTree>
    <p:extLst>
      <p:ext uri="{BB962C8B-B14F-4D97-AF65-F5344CB8AC3E}">
        <p14:creationId xmlns:p14="http://schemas.microsoft.com/office/powerpoint/2010/main" val="19786475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Content Placeholder 2">
            <a:extLst>
              <a:ext uri="{FF2B5EF4-FFF2-40B4-BE49-F238E27FC236}">
                <a16:creationId xmlns:a16="http://schemas.microsoft.com/office/drawing/2014/main" id="{43E47010-FE2B-4853-9E47-4EF18EF361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b="1"/>
              <a:t>Inheritance</a:t>
            </a:r>
            <a:r>
              <a:rPr lang="en-GB" altLang="en-US"/>
              <a:t> relationship</a:t>
            </a:r>
          </a:p>
          <a:p>
            <a:pPr eaLnBrk="1" hangingPunct="1"/>
            <a:r>
              <a:rPr lang="en-GB" altLang="en-US"/>
              <a:t>We will come back to this later...</a:t>
            </a:r>
          </a:p>
        </p:txBody>
      </p:sp>
      <p:sp>
        <p:nvSpPr>
          <p:cNvPr id="45059" name="Footer Placeholder 3">
            <a:extLst>
              <a:ext uri="{FF2B5EF4-FFF2-40B4-BE49-F238E27FC236}">
                <a16:creationId xmlns:a16="http://schemas.microsoft.com/office/drawing/2014/main" id="{A73C8E3D-1B1E-479E-A351-020527E628AD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3990975" y="6249988"/>
            <a:ext cx="11620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70C0"/>
                </a:solidFill>
                <a:latin typeface="Calibri" panose="020F0502020204030204" pitchFamily="34" charset="0"/>
              </a:rPr>
              <a:t>C# OOP basics</a:t>
            </a:r>
          </a:p>
          <a:p>
            <a:pPr eaLnBrk="1" hangingPunct="1"/>
            <a:fld id="{52B956E6-ACAF-485B-A595-139DE653CEF9}" type="slidenum">
              <a:rPr lang="en-US" altLang="en-US">
                <a:solidFill>
                  <a:srgbClr val="0070C0"/>
                </a:solidFill>
                <a:latin typeface="Calibri" panose="020F0502020204030204" pitchFamily="34" charset="0"/>
              </a:rPr>
              <a:pPr eaLnBrk="1" hangingPunct="1"/>
              <a:t>38</a:t>
            </a:fld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  <a:p>
            <a:pPr eaLnBrk="1" hangingPunct="1"/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45060" name="Title 1">
            <a:extLst>
              <a:ext uri="{FF2B5EF4-FFF2-40B4-BE49-F238E27FC236}">
                <a16:creationId xmlns:a16="http://schemas.microsoft.com/office/drawing/2014/main" id="{C220472F-F37B-4729-B77C-0E5AB19E6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“is-a” relationship	</a:t>
            </a:r>
          </a:p>
        </p:txBody>
      </p:sp>
    </p:spTree>
    <p:extLst>
      <p:ext uri="{BB962C8B-B14F-4D97-AF65-F5344CB8AC3E}">
        <p14:creationId xmlns:p14="http://schemas.microsoft.com/office/powerpoint/2010/main" val="14508067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Content Placeholder 2">
            <a:extLst>
              <a:ext uri="{FF2B5EF4-FFF2-40B4-BE49-F238E27FC236}">
                <a16:creationId xmlns:a16="http://schemas.microsoft.com/office/drawing/2014/main" id="{ED64FF4E-A92C-495A-8422-DB1B767731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b="1"/>
              <a:t>OOBasicsDemo project</a:t>
            </a:r>
          </a:p>
          <a:p>
            <a:pPr eaLnBrk="1" hangingPunct="1"/>
            <a:endParaRPr lang="en-GB" altLang="en-US" b="1"/>
          </a:p>
          <a:p>
            <a:pPr eaLnBrk="1" hangingPunct="1"/>
            <a:r>
              <a:rPr lang="en-GB" altLang="en-US" b="1"/>
              <a:t>Employee.cs</a:t>
            </a:r>
          </a:p>
          <a:p>
            <a:pPr eaLnBrk="1" hangingPunct="1"/>
            <a:r>
              <a:rPr lang="en-GB" altLang="en-US" b="1"/>
              <a:t>Location.cs</a:t>
            </a:r>
          </a:p>
          <a:p>
            <a:pPr eaLnBrk="1" hangingPunct="1"/>
            <a:r>
              <a:rPr lang="en-GB" altLang="en-US" b="1"/>
              <a:t>TimeSheet.cs</a:t>
            </a:r>
          </a:p>
          <a:p>
            <a:pPr eaLnBrk="1" hangingPunct="1"/>
            <a:r>
              <a:rPr lang="en-GB" altLang="en-US" b="1"/>
              <a:t>Department.cs</a:t>
            </a:r>
          </a:p>
        </p:txBody>
      </p:sp>
      <p:sp>
        <p:nvSpPr>
          <p:cNvPr id="46083" name="Footer Placeholder 3">
            <a:extLst>
              <a:ext uri="{FF2B5EF4-FFF2-40B4-BE49-F238E27FC236}">
                <a16:creationId xmlns:a16="http://schemas.microsoft.com/office/drawing/2014/main" id="{B16BC231-4B38-4205-B3B4-31B44ABF2448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3990975" y="6249988"/>
            <a:ext cx="11620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70C0"/>
                </a:solidFill>
                <a:latin typeface="Calibri" panose="020F0502020204030204" pitchFamily="34" charset="0"/>
              </a:rPr>
              <a:t>C# OOP basics</a:t>
            </a:r>
          </a:p>
          <a:p>
            <a:pPr eaLnBrk="1" hangingPunct="1"/>
            <a:fld id="{98071BC6-80C6-4369-BEDB-475F5D1AFF04}" type="slidenum">
              <a:rPr lang="en-US" altLang="en-US">
                <a:solidFill>
                  <a:srgbClr val="0070C0"/>
                </a:solidFill>
                <a:latin typeface="Calibri" panose="020F0502020204030204" pitchFamily="34" charset="0"/>
              </a:rPr>
              <a:pPr eaLnBrk="1" hangingPunct="1"/>
              <a:t>39</a:t>
            </a:fld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  <a:p>
            <a:pPr eaLnBrk="1" hangingPunct="1"/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46084" name="Title 1">
            <a:extLst>
              <a:ext uri="{FF2B5EF4-FFF2-40B4-BE49-F238E27FC236}">
                <a16:creationId xmlns:a16="http://schemas.microsoft.com/office/drawing/2014/main" id="{76EDA19D-C47A-48EB-874E-030474A6F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C# relationships example code	</a:t>
            </a:r>
          </a:p>
        </p:txBody>
      </p:sp>
    </p:spTree>
    <p:extLst>
      <p:ext uri="{BB962C8B-B14F-4D97-AF65-F5344CB8AC3E}">
        <p14:creationId xmlns:p14="http://schemas.microsoft.com/office/powerpoint/2010/main" val="391735116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Picture 15">
            <a:extLst>
              <a:ext uri="{FF2B5EF4-FFF2-40B4-BE49-F238E27FC236}">
                <a16:creationId xmlns:a16="http://schemas.microsoft.com/office/drawing/2014/main" id="{EBA297EA-7C1D-467E-BE28-2FD90731DA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188" y="2357438"/>
            <a:ext cx="8215312" cy="239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107" name="Footer Placeholder 3">
            <a:extLst>
              <a:ext uri="{FF2B5EF4-FFF2-40B4-BE49-F238E27FC236}">
                <a16:creationId xmlns:a16="http://schemas.microsoft.com/office/drawing/2014/main" id="{05022ABF-5355-4A1C-8880-21080A09448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3990975" y="6249988"/>
            <a:ext cx="11620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70C0"/>
                </a:solidFill>
                <a:latin typeface="Calibri" panose="020F0502020204030204" pitchFamily="34" charset="0"/>
              </a:rPr>
              <a:t>C# OOP basics</a:t>
            </a:r>
          </a:p>
          <a:p>
            <a:pPr eaLnBrk="1" hangingPunct="1"/>
            <a:fld id="{D1E90F51-CB20-4EB6-A90E-D0AA3F40D920}" type="slidenum">
              <a:rPr lang="en-US" altLang="en-US">
                <a:solidFill>
                  <a:srgbClr val="0070C0"/>
                </a:solidFill>
                <a:latin typeface="Calibri" panose="020F0502020204030204" pitchFamily="34" charset="0"/>
              </a:rPr>
              <a:pPr eaLnBrk="1" hangingPunct="1"/>
              <a:t>40</a:t>
            </a:fld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  <a:p>
            <a:pPr eaLnBrk="1" hangingPunct="1"/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47108" name="Title 1">
            <a:extLst>
              <a:ext uri="{FF2B5EF4-FFF2-40B4-BE49-F238E27FC236}">
                <a16:creationId xmlns:a16="http://schemas.microsoft.com/office/drawing/2014/main" id="{73C64F64-4A8A-4318-8016-63BAE2810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Relationships in class diagram</a:t>
            </a:r>
          </a:p>
        </p:txBody>
      </p:sp>
      <p:sp>
        <p:nvSpPr>
          <p:cNvPr id="7" name="Rectangular Callout 6">
            <a:extLst>
              <a:ext uri="{FF2B5EF4-FFF2-40B4-BE49-F238E27FC236}">
                <a16:creationId xmlns:a16="http://schemas.microsoft.com/office/drawing/2014/main" id="{F176EF82-7E42-46AB-A520-B676CDBAA830}"/>
              </a:ext>
            </a:extLst>
          </p:cNvPr>
          <p:cNvSpPr/>
          <p:nvPr/>
        </p:nvSpPr>
        <p:spPr>
          <a:xfrm>
            <a:off x="2428875" y="1643063"/>
            <a:ext cx="1500188" cy="500062"/>
          </a:xfrm>
          <a:prstGeom prst="wedgeRectCallout">
            <a:avLst>
              <a:gd name="adj1" fmla="val -21256"/>
              <a:gd name="adj2" fmla="val 15773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47110" name="TextBox 6">
            <a:extLst>
              <a:ext uri="{FF2B5EF4-FFF2-40B4-BE49-F238E27FC236}">
                <a16:creationId xmlns:a16="http://schemas.microsoft.com/office/drawing/2014/main" id="{30B30B42-EB1B-42A4-920A-3E128C3EBD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4275" y="1714500"/>
            <a:ext cx="14033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/>
              <a:t>aggregation</a:t>
            </a:r>
          </a:p>
        </p:txBody>
      </p:sp>
      <p:sp>
        <p:nvSpPr>
          <p:cNvPr id="9" name="Rectangular Callout 8">
            <a:extLst>
              <a:ext uri="{FF2B5EF4-FFF2-40B4-BE49-F238E27FC236}">
                <a16:creationId xmlns:a16="http://schemas.microsoft.com/office/drawing/2014/main" id="{4A1F61D2-EC44-4EB0-A27D-0016866AA952}"/>
              </a:ext>
            </a:extLst>
          </p:cNvPr>
          <p:cNvSpPr/>
          <p:nvPr/>
        </p:nvSpPr>
        <p:spPr>
          <a:xfrm>
            <a:off x="5903913" y="1643063"/>
            <a:ext cx="2525712" cy="500062"/>
          </a:xfrm>
          <a:prstGeom prst="wedgeRectCallout">
            <a:avLst>
              <a:gd name="adj1" fmla="val -29175"/>
              <a:gd name="adj2" fmla="val 12154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47112" name="TextBox 6">
            <a:extLst>
              <a:ext uri="{FF2B5EF4-FFF2-40B4-BE49-F238E27FC236}">
                <a16:creationId xmlns:a16="http://schemas.microsoft.com/office/drawing/2014/main" id="{8C6517EE-E001-4C3B-AAE9-EF49758FF7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9313" y="1714500"/>
            <a:ext cx="2133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/>
              <a:t>association (has-a)</a:t>
            </a:r>
          </a:p>
        </p:txBody>
      </p:sp>
      <p:sp>
        <p:nvSpPr>
          <p:cNvPr id="11" name="Rectangular Callout 10">
            <a:extLst>
              <a:ext uri="{FF2B5EF4-FFF2-40B4-BE49-F238E27FC236}">
                <a16:creationId xmlns:a16="http://schemas.microsoft.com/office/drawing/2014/main" id="{8CD38A8D-8AF4-446A-8C34-39033FA52587}"/>
              </a:ext>
            </a:extLst>
          </p:cNvPr>
          <p:cNvSpPr/>
          <p:nvPr/>
        </p:nvSpPr>
        <p:spPr>
          <a:xfrm>
            <a:off x="5546725" y="4929188"/>
            <a:ext cx="2239963" cy="500062"/>
          </a:xfrm>
          <a:prstGeom prst="wedgeRectCallout">
            <a:avLst>
              <a:gd name="adj1" fmla="val -8785"/>
              <a:gd name="adj2" fmla="val -17178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47114" name="TextBox 6">
            <a:extLst>
              <a:ext uri="{FF2B5EF4-FFF2-40B4-BE49-F238E27FC236}">
                <a16:creationId xmlns:a16="http://schemas.microsoft.com/office/drawing/2014/main" id="{D645AE61-ED3D-44AE-AD72-A443BDB112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2125" y="5000625"/>
            <a:ext cx="22748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/>
              <a:t>association (uses-a)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F5D5C2-91FA-4C9D-BABF-04533ABC1A04}"/>
              </a:ext>
            </a:extLst>
          </p:cNvPr>
          <p:cNvSpPr txBox="1"/>
          <p:nvPr/>
        </p:nvSpPr>
        <p:spPr>
          <a:xfrm>
            <a:off x="785813" y="4572000"/>
            <a:ext cx="4143375" cy="120015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GB" dirty="0"/>
              <a:t>Note that we are not showing the </a:t>
            </a:r>
            <a:r>
              <a:rPr lang="en-GB" dirty="0" err="1"/>
              <a:t>currentLocation</a:t>
            </a:r>
            <a:r>
              <a:rPr lang="en-GB" dirty="0"/>
              <a:t> attribute of type Location in the Employee class box now  as it is implied by the relationship</a:t>
            </a:r>
          </a:p>
        </p:txBody>
      </p:sp>
    </p:spTree>
    <p:extLst>
      <p:ext uri="{BB962C8B-B14F-4D97-AF65-F5344CB8AC3E}">
        <p14:creationId xmlns:p14="http://schemas.microsoft.com/office/powerpoint/2010/main" val="210230568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Footer Placeholder 3">
            <a:extLst>
              <a:ext uri="{FF2B5EF4-FFF2-40B4-BE49-F238E27FC236}">
                <a16:creationId xmlns:a16="http://schemas.microsoft.com/office/drawing/2014/main" id="{823736FF-8181-4E69-A60D-33DED4E9F25F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3990975" y="6249988"/>
            <a:ext cx="11620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70C0"/>
                </a:solidFill>
                <a:latin typeface="Calibri" panose="020F0502020204030204" pitchFamily="34" charset="0"/>
              </a:rPr>
              <a:t>C# OOP basics</a:t>
            </a:r>
          </a:p>
          <a:p>
            <a:pPr eaLnBrk="1" hangingPunct="1"/>
            <a:fld id="{32DAEB7A-F895-4490-BA99-37ACEFDBBA5C}" type="slidenum">
              <a:rPr lang="en-US" altLang="en-US">
                <a:solidFill>
                  <a:srgbClr val="0070C0"/>
                </a:solidFill>
                <a:latin typeface="Calibri" panose="020F0502020204030204" pitchFamily="34" charset="0"/>
              </a:rPr>
              <a:pPr eaLnBrk="1" hangingPunct="1"/>
              <a:t>41</a:t>
            </a:fld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  <a:p>
            <a:pPr eaLnBrk="1" hangingPunct="1"/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48131" name="Title 1">
            <a:extLst>
              <a:ext uri="{FF2B5EF4-FFF2-40B4-BE49-F238E27FC236}">
                <a16:creationId xmlns:a16="http://schemas.microsoft.com/office/drawing/2014/main" id="{BEE9B5DF-7BC1-4893-82A6-9F33EA50E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Relationships in object diagram</a:t>
            </a:r>
          </a:p>
        </p:txBody>
      </p:sp>
      <p:graphicFrame>
        <p:nvGraphicFramePr>
          <p:cNvPr id="48132" name="Object 4">
            <a:extLst>
              <a:ext uri="{FF2B5EF4-FFF2-40B4-BE49-F238E27FC236}">
                <a16:creationId xmlns:a16="http://schemas.microsoft.com/office/drawing/2014/main" id="{84E66083-961C-4B6E-BE58-88F5E7A1D22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81088" y="2500313"/>
          <a:ext cx="5705475" cy="2500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3531870" imgH="1547336" progId="Visio.Drawing.11">
                  <p:embed/>
                </p:oleObj>
              </mc:Choice>
              <mc:Fallback>
                <p:oleObj name="Visio" r:id="rId2" imgW="3531870" imgH="1547336" progId="Visio.Drawing.11">
                  <p:embed/>
                  <p:pic>
                    <p:nvPicPr>
                      <p:cNvPr id="48132" name="Object 4">
                        <a:extLst>
                          <a:ext uri="{FF2B5EF4-FFF2-40B4-BE49-F238E27FC236}">
                            <a16:creationId xmlns:a16="http://schemas.microsoft.com/office/drawing/2014/main" id="{84E66083-961C-4B6E-BE58-88F5E7A1D22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1088" y="2500313"/>
                        <a:ext cx="5705475" cy="2500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23A0FDB-39B3-4887-9386-A06DD6D04B84}"/>
              </a:ext>
            </a:extLst>
          </p:cNvPr>
          <p:cNvSpPr txBox="1"/>
          <p:nvPr/>
        </p:nvSpPr>
        <p:spPr>
          <a:xfrm>
            <a:off x="4714875" y="4214813"/>
            <a:ext cx="3714750" cy="92392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GB" dirty="0"/>
              <a:t>here there are two Employee objects associated with the same Location object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62A0A8-3C61-46AB-8EAA-C51D1323514D}"/>
              </a:ext>
            </a:extLst>
          </p:cNvPr>
          <p:cNvSpPr txBox="1"/>
          <p:nvPr/>
        </p:nvSpPr>
        <p:spPr>
          <a:xfrm>
            <a:off x="4643438" y="1500188"/>
            <a:ext cx="3071812" cy="92392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GB" dirty="0"/>
              <a:t>“snapshot” of objects which exist at a point in time while the program runs</a:t>
            </a:r>
          </a:p>
        </p:txBody>
      </p:sp>
    </p:spTree>
    <p:extLst>
      <p:ext uri="{BB962C8B-B14F-4D97-AF65-F5344CB8AC3E}">
        <p14:creationId xmlns:p14="http://schemas.microsoft.com/office/powerpoint/2010/main" val="298093411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Content Placeholder 2">
            <a:extLst>
              <a:ext uri="{FF2B5EF4-FFF2-40B4-BE49-F238E27FC236}">
                <a16:creationId xmlns:a16="http://schemas.microsoft.com/office/drawing/2014/main" id="{04E965F4-4023-4B11-B8B6-1C7E271C84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Object</a:t>
            </a:r>
          </a:p>
          <a:p>
            <a:pPr eaLnBrk="1" hangingPunct="1"/>
            <a:r>
              <a:rPr lang="en-GB" altLang="en-US"/>
              <a:t>Class</a:t>
            </a:r>
          </a:p>
          <a:p>
            <a:pPr eaLnBrk="1" hangingPunct="1"/>
            <a:r>
              <a:rPr lang="en-GB" altLang="en-US"/>
              <a:t>Message</a:t>
            </a:r>
          </a:p>
          <a:p>
            <a:pPr eaLnBrk="1" hangingPunct="1"/>
            <a:r>
              <a:rPr lang="en-GB" altLang="en-US"/>
              <a:t>Relationship</a:t>
            </a:r>
          </a:p>
        </p:txBody>
      </p:sp>
      <p:sp>
        <p:nvSpPr>
          <p:cNvPr id="49155" name="Footer Placeholder 3">
            <a:extLst>
              <a:ext uri="{FF2B5EF4-FFF2-40B4-BE49-F238E27FC236}">
                <a16:creationId xmlns:a16="http://schemas.microsoft.com/office/drawing/2014/main" id="{677307A8-E18D-4DBE-A733-5368B82157F3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3990975" y="6249988"/>
            <a:ext cx="11620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70C0"/>
                </a:solidFill>
                <a:latin typeface="Calibri" panose="020F0502020204030204" pitchFamily="34" charset="0"/>
              </a:rPr>
              <a:t>C# OOP basics</a:t>
            </a:r>
          </a:p>
          <a:p>
            <a:pPr eaLnBrk="1" hangingPunct="1"/>
            <a:fld id="{4A880856-3202-40F4-8D11-FD7E59FE2987}" type="slidenum">
              <a:rPr lang="en-US" altLang="en-US">
                <a:solidFill>
                  <a:srgbClr val="0070C0"/>
                </a:solidFill>
                <a:latin typeface="Calibri" panose="020F0502020204030204" pitchFamily="34" charset="0"/>
              </a:rPr>
              <a:pPr eaLnBrk="1" hangingPunct="1"/>
              <a:t>42</a:t>
            </a:fld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  <a:p>
            <a:pPr eaLnBrk="1" hangingPunct="1"/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49156" name="Title 1">
            <a:extLst>
              <a:ext uri="{FF2B5EF4-FFF2-40B4-BE49-F238E27FC236}">
                <a16:creationId xmlns:a16="http://schemas.microsoft.com/office/drawing/2014/main" id="{D4968B32-9B67-452C-9138-ED1956FC7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Key OO concepts</a:t>
            </a:r>
          </a:p>
        </p:txBody>
      </p:sp>
    </p:spTree>
    <p:extLst>
      <p:ext uri="{BB962C8B-B14F-4D97-AF65-F5344CB8AC3E}">
        <p14:creationId xmlns:p14="http://schemas.microsoft.com/office/powerpoint/2010/main" val="77228065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Content Placeholder 2">
            <a:extLst>
              <a:ext uri="{FF2B5EF4-FFF2-40B4-BE49-F238E27FC236}">
                <a16:creationId xmlns:a16="http://schemas.microsoft.com/office/drawing/2014/main" id="{5D19A630-C911-4A3F-8A98-3FB52C0F8D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Next we will look in more detail at the syntax of C# and how to write C# classes</a:t>
            </a:r>
          </a:p>
          <a:p>
            <a:pPr eaLnBrk="1" hangingPunct="1"/>
            <a:endParaRPr lang="en-GB" altLang="en-US"/>
          </a:p>
        </p:txBody>
      </p:sp>
      <p:sp>
        <p:nvSpPr>
          <p:cNvPr id="50179" name="Footer Placeholder 3">
            <a:extLst>
              <a:ext uri="{FF2B5EF4-FFF2-40B4-BE49-F238E27FC236}">
                <a16:creationId xmlns:a16="http://schemas.microsoft.com/office/drawing/2014/main" id="{E662F998-995E-4F9F-807C-2D902C8A1E4F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3990975" y="6249988"/>
            <a:ext cx="11620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70C0"/>
                </a:solidFill>
                <a:latin typeface="Calibri" panose="020F0502020204030204" pitchFamily="34" charset="0"/>
              </a:rPr>
              <a:t>C# OOP basics</a:t>
            </a:r>
          </a:p>
          <a:p>
            <a:pPr eaLnBrk="1" hangingPunct="1"/>
            <a:fld id="{47118C47-E43C-49DF-9DBF-B5BA27731D9A}" type="slidenum">
              <a:rPr lang="en-US" altLang="en-US">
                <a:solidFill>
                  <a:srgbClr val="0070C0"/>
                </a:solidFill>
                <a:latin typeface="Calibri" panose="020F0502020204030204" pitchFamily="34" charset="0"/>
              </a:rPr>
              <a:pPr eaLnBrk="1" hangingPunct="1"/>
              <a:t>43</a:t>
            </a:fld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  <a:p>
            <a:pPr eaLnBrk="1" hangingPunct="1"/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50180" name="Title 1">
            <a:extLst>
              <a:ext uri="{FF2B5EF4-FFF2-40B4-BE49-F238E27FC236}">
                <a16:creationId xmlns:a16="http://schemas.microsoft.com/office/drawing/2014/main" id="{7ED31410-B586-487F-97EA-8EC87B1D6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What’s next?</a:t>
            </a:r>
          </a:p>
        </p:txBody>
      </p:sp>
    </p:spTree>
    <p:extLst>
      <p:ext uri="{BB962C8B-B14F-4D97-AF65-F5344CB8AC3E}">
        <p14:creationId xmlns:p14="http://schemas.microsoft.com/office/powerpoint/2010/main" val="350289573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Content Placeholder 2">
            <a:extLst>
              <a:ext uri="{FF2B5EF4-FFF2-40B4-BE49-F238E27FC236}">
                <a16:creationId xmlns:a16="http://schemas.microsoft.com/office/drawing/2014/main" id="{2526BF74-6D5F-4FF7-A70E-0007FD358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solidFill>
                  <a:srgbClr val="00B050"/>
                </a:solidFill>
              </a:rPr>
              <a:t>Object</a:t>
            </a:r>
          </a:p>
          <a:p>
            <a:pPr eaLnBrk="1" hangingPunct="1"/>
            <a:r>
              <a:rPr lang="en-GB" altLang="en-US">
                <a:solidFill>
                  <a:srgbClr val="00B050"/>
                </a:solidFill>
              </a:rPr>
              <a:t>Class</a:t>
            </a:r>
          </a:p>
          <a:p>
            <a:pPr eaLnBrk="1" hangingPunct="1"/>
            <a:r>
              <a:rPr lang="en-GB" altLang="en-US">
                <a:solidFill>
                  <a:srgbClr val="00B050"/>
                </a:solidFill>
              </a:rPr>
              <a:t>Message</a:t>
            </a:r>
          </a:p>
          <a:p>
            <a:pPr eaLnBrk="1" hangingPunct="1"/>
            <a:r>
              <a:rPr lang="en-GB" altLang="en-US"/>
              <a:t>Reusability</a:t>
            </a:r>
          </a:p>
          <a:p>
            <a:pPr eaLnBrk="1" hangingPunct="1"/>
            <a:r>
              <a:rPr lang="en-GB" altLang="en-US">
                <a:solidFill>
                  <a:srgbClr val="00B050"/>
                </a:solidFill>
              </a:rPr>
              <a:t>Encapsulation</a:t>
            </a:r>
          </a:p>
          <a:p>
            <a:pPr eaLnBrk="1" hangingPunct="1"/>
            <a:r>
              <a:rPr lang="en-GB" altLang="en-US"/>
              <a:t>Information hiding</a:t>
            </a:r>
          </a:p>
        </p:txBody>
      </p:sp>
      <p:sp>
        <p:nvSpPr>
          <p:cNvPr id="51203" name="Footer Placeholder 3">
            <a:extLst>
              <a:ext uri="{FF2B5EF4-FFF2-40B4-BE49-F238E27FC236}">
                <a16:creationId xmlns:a16="http://schemas.microsoft.com/office/drawing/2014/main" id="{FC083D32-2544-4A70-B06B-D1A28689DB7D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3990975" y="6249988"/>
            <a:ext cx="11620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70C0"/>
                </a:solidFill>
                <a:latin typeface="Calibri" panose="020F0502020204030204" pitchFamily="34" charset="0"/>
              </a:rPr>
              <a:t>C# OOP basics</a:t>
            </a:r>
          </a:p>
          <a:p>
            <a:pPr eaLnBrk="1" hangingPunct="1"/>
            <a:fld id="{783A5A4B-23DF-442B-A7FF-F1205194BD2F}" type="slidenum">
              <a:rPr lang="en-US" altLang="en-US">
                <a:solidFill>
                  <a:srgbClr val="0070C0"/>
                </a:solidFill>
                <a:latin typeface="Calibri" panose="020F0502020204030204" pitchFamily="34" charset="0"/>
              </a:rPr>
              <a:pPr eaLnBrk="1" hangingPunct="1"/>
              <a:t>44</a:t>
            </a:fld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  <a:p>
            <a:pPr eaLnBrk="1" hangingPunct="1"/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51204" name="Title 1">
            <a:extLst>
              <a:ext uri="{FF2B5EF4-FFF2-40B4-BE49-F238E27FC236}">
                <a16:creationId xmlns:a16="http://schemas.microsoft.com/office/drawing/2014/main" id="{24AF2D1F-66E3-455C-B29B-52916EBE4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Concepts</a:t>
            </a:r>
          </a:p>
        </p:txBody>
      </p:sp>
    </p:spTree>
    <p:extLst>
      <p:ext uri="{BB962C8B-B14F-4D97-AF65-F5344CB8AC3E}">
        <p14:creationId xmlns:p14="http://schemas.microsoft.com/office/powerpoint/2010/main" val="42630419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5A1503C6-5B66-4EEC-AA7D-7D433FA17B4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600200"/>
            <a:ext cx="7772400" cy="1779588"/>
          </a:xfrm>
        </p:spPr>
        <p:txBody>
          <a:bodyPr/>
          <a:lstStyle/>
          <a:p>
            <a:pPr eaLnBrk="1" hangingPunct="1"/>
            <a:r>
              <a:rPr lang="en-US" b="1" dirty="0"/>
              <a:t>Chapter 3</a:t>
            </a:r>
            <a:br>
              <a:rPr lang="en-US" sz="3200" dirty="0"/>
            </a:br>
            <a:br>
              <a:rPr lang="en-GB" altLang="en-US" sz="3200" dirty="0"/>
            </a:br>
            <a:r>
              <a:rPr lang="en-GB" altLang="en-US" sz="3200" dirty="0"/>
              <a:t>Object Oriented Software Development</a:t>
            </a:r>
            <a:endParaRPr lang="en-US" altLang="en-US" sz="3200" dirty="0"/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6351902E-D8A2-488C-BB22-B29A2D4C99D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547813" y="3500438"/>
            <a:ext cx="5929312" cy="2362200"/>
          </a:xfrm>
        </p:spPr>
        <p:txBody>
          <a:bodyPr/>
          <a:lstStyle/>
          <a:p>
            <a:pPr eaLnBrk="1" hangingPunct="1"/>
            <a:r>
              <a:rPr lang="en-GB" altLang="en-US" sz="3600" dirty="0"/>
              <a:t>Creating C# classes</a:t>
            </a:r>
            <a:endParaRPr lang="en-US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88766518"/>
      </p:ext>
    </p:ext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Content Placeholder 2">
            <a:extLst>
              <a:ext uri="{FF2B5EF4-FFF2-40B4-BE49-F238E27FC236}">
                <a16:creationId xmlns:a16="http://schemas.microsoft.com/office/drawing/2014/main" id="{6FE8052C-1878-41EA-A188-9C3B92187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088" y="2349500"/>
            <a:ext cx="7408862" cy="3449638"/>
          </a:xfrm>
        </p:spPr>
        <p:txBody>
          <a:bodyPr/>
          <a:lstStyle/>
          <a:p>
            <a:pPr eaLnBrk="1" hangingPunct="1"/>
            <a:r>
              <a:rPr lang="en-GB" altLang="en-US"/>
              <a:t>Create an OO program by writing classes</a:t>
            </a:r>
          </a:p>
          <a:p>
            <a:pPr eaLnBrk="1" hangingPunct="1"/>
            <a:r>
              <a:rPr lang="en-GB" altLang="en-US"/>
              <a:t>Need to understand structure and syntax of C# classes</a:t>
            </a:r>
          </a:p>
          <a:p>
            <a:pPr eaLnBrk="1" hangingPunct="1"/>
            <a:r>
              <a:rPr lang="en-GB" altLang="en-US"/>
              <a:t>Programming language </a:t>
            </a:r>
            <a:r>
              <a:rPr lang="en-GB" altLang="en-US" b="1"/>
              <a:t>syntax</a:t>
            </a:r>
            <a:r>
              <a:rPr lang="en-GB" altLang="en-US"/>
              <a:t> is the </a:t>
            </a:r>
            <a:r>
              <a:rPr lang="en-GB" altLang="en-US" b="1"/>
              <a:t>set of rules </a:t>
            </a:r>
            <a:r>
              <a:rPr lang="en-GB" altLang="en-US"/>
              <a:t>which specify what is </a:t>
            </a:r>
            <a:r>
              <a:rPr lang="en-GB" altLang="en-US" b="1"/>
              <a:t>valid </a:t>
            </a:r>
            <a:r>
              <a:rPr lang="en-GB" altLang="en-US"/>
              <a:t>within the language</a:t>
            </a:r>
          </a:p>
          <a:p>
            <a:pPr eaLnBrk="1" hangingPunct="1"/>
            <a:r>
              <a:rPr lang="en-GB" altLang="en-US"/>
              <a:t>C# syntax is similar to Java in many ways, but there are some important differences</a:t>
            </a:r>
          </a:p>
          <a:p>
            <a:pPr eaLnBrk="1" hangingPunct="1"/>
            <a:r>
              <a:rPr lang="en-GB" altLang="en-US"/>
              <a:t>We will look in detail at example C# classes</a:t>
            </a:r>
          </a:p>
          <a:p>
            <a:pPr eaLnBrk="1" hangingPunct="1"/>
            <a:endParaRPr lang="en-GB" altLang="en-US"/>
          </a:p>
        </p:txBody>
      </p:sp>
      <p:sp>
        <p:nvSpPr>
          <p:cNvPr id="10243" name="Footer Placeholder 3">
            <a:extLst>
              <a:ext uri="{FF2B5EF4-FFF2-40B4-BE49-F238E27FC236}">
                <a16:creationId xmlns:a16="http://schemas.microsoft.com/office/drawing/2014/main" id="{213878E0-11E3-4E9A-95A8-9A3DEE095852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3990975" y="6249988"/>
            <a:ext cx="11620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70C0"/>
                </a:solidFill>
                <a:latin typeface="Calibri" panose="020F0502020204030204" pitchFamily="34" charset="0"/>
              </a:rPr>
              <a:t>Creating C# classes</a:t>
            </a:r>
          </a:p>
          <a:p>
            <a:pPr eaLnBrk="1" hangingPunct="1"/>
            <a:fld id="{CE73655C-9F7E-461A-A41C-2D0DDC30443B}" type="slidenum">
              <a:rPr lang="en-US" altLang="en-US">
                <a:solidFill>
                  <a:srgbClr val="0070C0"/>
                </a:solidFill>
                <a:latin typeface="Calibri" panose="020F0502020204030204" pitchFamily="34" charset="0"/>
              </a:rPr>
              <a:pPr eaLnBrk="1" hangingPunct="1"/>
              <a:t>46</a:t>
            </a:fld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  <a:p>
            <a:pPr eaLnBrk="1" hangingPunct="1"/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10244" name="Title 1">
            <a:extLst>
              <a:ext uri="{FF2B5EF4-FFF2-40B4-BE49-F238E27FC236}">
                <a16:creationId xmlns:a16="http://schemas.microsoft.com/office/drawing/2014/main" id="{D4E7523E-6507-4127-9009-C3BFD3C6F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C# classes		</a:t>
            </a:r>
          </a:p>
        </p:txBody>
      </p:sp>
    </p:spTree>
    <p:extLst>
      <p:ext uri="{BB962C8B-B14F-4D97-AF65-F5344CB8AC3E}">
        <p14:creationId xmlns:p14="http://schemas.microsoft.com/office/powerpoint/2010/main" val="424897240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Content Placeholder 2">
            <a:extLst>
              <a:ext uri="{FF2B5EF4-FFF2-40B4-BE49-F238E27FC236}">
                <a16:creationId xmlns:a16="http://schemas.microsoft.com/office/drawing/2014/main" id="{CDEA2258-4FAD-4CC2-9F40-85C87931D4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113" y="2420938"/>
            <a:ext cx="7407275" cy="3451225"/>
          </a:xfrm>
        </p:spPr>
        <p:txBody>
          <a:bodyPr/>
          <a:lstStyle/>
          <a:p>
            <a:pPr eaLnBrk="1" hangingPunct="1"/>
            <a:r>
              <a:rPr lang="en-GB" altLang="en-US" b="1"/>
              <a:t>ClassesDemo project</a:t>
            </a:r>
          </a:p>
          <a:p>
            <a:pPr eaLnBrk="1" hangingPunct="1"/>
            <a:endParaRPr lang="en-GB" altLang="en-US"/>
          </a:p>
          <a:p>
            <a:pPr eaLnBrk="1" hangingPunct="1"/>
            <a:r>
              <a:rPr lang="en-GB" altLang="en-US" b="1"/>
              <a:t>Employee.cs</a:t>
            </a:r>
          </a:p>
          <a:p>
            <a:pPr eaLnBrk="1" hangingPunct="1"/>
            <a:r>
              <a:rPr lang="en-GB" altLang="en-US" b="1"/>
              <a:t>Program.cs</a:t>
            </a:r>
          </a:p>
          <a:p>
            <a:pPr eaLnBrk="1" hangingPunct="1"/>
            <a:r>
              <a:rPr lang="en-GB" altLang="en-US" b="1"/>
              <a:t>Location.cs</a:t>
            </a:r>
          </a:p>
          <a:p>
            <a:pPr eaLnBrk="1" hangingPunct="1"/>
            <a:r>
              <a:rPr lang="en-GB" altLang="en-US" b="1"/>
              <a:t>Department.cs</a:t>
            </a:r>
          </a:p>
          <a:p>
            <a:pPr eaLnBrk="1" hangingPunct="1"/>
            <a:r>
              <a:rPr lang="en-GB" altLang="en-US" b="1"/>
              <a:t>TimeSheet.cs</a:t>
            </a:r>
          </a:p>
        </p:txBody>
      </p:sp>
      <p:sp>
        <p:nvSpPr>
          <p:cNvPr id="11267" name="Footer Placeholder 3">
            <a:extLst>
              <a:ext uri="{FF2B5EF4-FFF2-40B4-BE49-F238E27FC236}">
                <a16:creationId xmlns:a16="http://schemas.microsoft.com/office/drawing/2014/main" id="{009B0E20-2494-495E-B78A-5E1C13B142F5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3990975" y="6249988"/>
            <a:ext cx="11620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70C0"/>
                </a:solidFill>
                <a:latin typeface="Calibri" panose="020F0502020204030204" pitchFamily="34" charset="0"/>
              </a:rPr>
              <a:t>Creating C# classes</a:t>
            </a:r>
          </a:p>
          <a:p>
            <a:pPr eaLnBrk="1" hangingPunct="1"/>
            <a:fld id="{9E395848-BB47-4BEC-B9D2-79FC05A269F4}" type="slidenum">
              <a:rPr lang="en-US" altLang="en-US">
                <a:solidFill>
                  <a:srgbClr val="0070C0"/>
                </a:solidFill>
                <a:latin typeface="Calibri" panose="020F0502020204030204" pitchFamily="34" charset="0"/>
              </a:rPr>
              <a:pPr eaLnBrk="1" hangingPunct="1"/>
              <a:t>47</a:t>
            </a:fld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  <a:p>
            <a:pPr eaLnBrk="1" hangingPunct="1"/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11268" name="Title 1">
            <a:extLst>
              <a:ext uri="{FF2B5EF4-FFF2-40B4-BE49-F238E27FC236}">
                <a16:creationId xmlns:a16="http://schemas.microsoft.com/office/drawing/2014/main" id="{35530520-58CC-40E6-809A-5783E3FBF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C# example class code	</a:t>
            </a:r>
          </a:p>
        </p:txBody>
      </p:sp>
    </p:spTree>
    <p:extLst>
      <p:ext uri="{BB962C8B-B14F-4D97-AF65-F5344CB8AC3E}">
        <p14:creationId xmlns:p14="http://schemas.microsoft.com/office/powerpoint/2010/main" val="353675606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Content Placeholder 2">
            <a:extLst>
              <a:ext uri="{FF2B5EF4-FFF2-40B4-BE49-F238E27FC236}">
                <a16:creationId xmlns:a16="http://schemas.microsoft.com/office/drawing/2014/main" id="{E6A84BDF-849E-4C88-807D-C33C5C3FC1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 fontScale="92500" lnSpcReduction="10000"/>
          </a:bodyPr>
          <a:lstStyle/>
          <a:p>
            <a:pPr marL="274320" indent="-274320" eaLnBrk="1" fontAlgn="auto" hangingPunct="1">
              <a:spcAft>
                <a:spcPts val="0"/>
              </a:spcAft>
              <a:defRPr/>
            </a:pPr>
            <a:r>
              <a:rPr lang="en-GB" dirty="0"/>
              <a:t>Related code enclosed in brackets { }</a:t>
            </a:r>
          </a:p>
          <a:p>
            <a:pPr lvl="1" indent="-274320" eaLnBrk="1" fontAlgn="auto" hangingPunct="1">
              <a:spcAft>
                <a:spcPts val="0"/>
              </a:spcAft>
              <a:defRPr/>
            </a:pPr>
            <a:r>
              <a:rPr lang="en-GB" dirty="0"/>
              <a:t>namespace</a:t>
            </a:r>
          </a:p>
          <a:p>
            <a:pPr lvl="1" indent="-274320" eaLnBrk="1" fontAlgn="auto" hangingPunct="1">
              <a:spcAft>
                <a:spcPts val="0"/>
              </a:spcAft>
              <a:defRPr/>
            </a:pPr>
            <a:r>
              <a:rPr lang="en-GB" dirty="0"/>
              <a:t>class</a:t>
            </a:r>
          </a:p>
          <a:p>
            <a:pPr lvl="1" indent="-274320" eaLnBrk="1" fontAlgn="auto" hangingPunct="1">
              <a:spcAft>
                <a:spcPts val="0"/>
              </a:spcAft>
              <a:defRPr/>
            </a:pPr>
            <a:r>
              <a:rPr lang="en-GB" dirty="0"/>
              <a:t>method</a:t>
            </a:r>
          </a:p>
          <a:p>
            <a:pPr lvl="1" indent="-274320" eaLnBrk="1" fontAlgn="auto" hangingPunct="1">
              <a:spcAft>
                <a:spcPts val="0"/>
              </a:spcAft>
              <a:defRPr/>
            </a:pPr>
            <a:r>
              <a:rPr lang="en-GB" dirty="0"/>
              <a:t>if/for/while</a:t>
            </a:r>
          </a:p>
          <a:p>
            <a:pPr lvl="1" indent="-274320" eaLnBrk="1" fontAlgn="auto" hangingPunct="1">
              <a:spcAft>
                <a:spcPts val="0"/>
              </a:spcAft>
              <a:defRPr/>
            </a:pPr>
            <a:r>
              <a:rPr lang="en-GB" dirty="0"/>
              <a:t>try/catch</a:t>
            </a:r>
          </a:p>
          <a:p>
            <a:pPr marL="274320" indent="-274320" eaLnBrk="1" fontAlgn="auto" hangingPunct="1">
              <a:spcAft>
                <a:spcPts val="0"/>
              </a:spcAft>
              <a:defRPr/>
            </a:pPr>
            <a:r>
              <a:rPr lang="en-GB" dirty="0"/>
              <a:t>Each opening bracket </a:t>
            </a:r>
          </a:p>
          <a:p>
            <a:pPr lvl="1" indent="-27432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GB" dirty="0"/>
              <a:t>{ </a:t>
            </a:r>
          </a:p>
          <a:p>
            <a:pPr lvl="2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GB" dirty="0"/>
              <a:t>must have a matching closing bracket </a:t>
            </a:r>
          </a:p>
          <a:p>
            <a:pPr lvl="1" indent="-27432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GB" dirty="0"/>
              <a:t>}</a:t>
            </a:r>
          </a:p>
        </p:txBody>
      </p:sp>
      <p:sp>
        <p:nvSpPr>
          <p:cNvPr id="12291" name="Footer Placeholder 3">
            <a:extLst>
              <a:ext uri="{FF2B5EF4-FFF2-40B4-BE49-F238E27FC236}">
                <a16:creationId xmlns:a16="http://schemas.microsoft.com/office/drawing/2014/main" id="{B4232C91-DA09-42D3-BB53-BD75D1A724A9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3990975" y="6249988"/>
            <a:ext cx="11620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70C0"/>
                </a:solidFill>
                <a:latin typeface="Calibri" panose="020F0502020204030204" pitchFamily="34" charset="0"/>
              </a:rPr>
              <a:t>Creating C# classes</a:t>
            </a:r>
          </a:p>
          <a:p>
            <a:pPr eaLnBrk="1" hangingPunct="1"/>
            <a:fld id="{549D505F-77B3-4BBC-9AF0-CAF4AFEC5B36}" type="slidenum">
              <a:rPr lang="en-US" altLang="en-US">
                <a:solidFill>
                  <a:srgbClr val="0070C0"/>
                </a:solidFill>
                <a:latin typeface="Calibri" panose="020F0502020204030204" pitchFamily="34" charset="0"/>
              </a:rPr>
              <a:pPr eaLnBrk="1" hangingPunct="1"/>
              <a:t>48</a:t>
            </a:fld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  <a:p>
            <a:pPr eaLnBrk="1" hangingPunct="1"/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12292" name="Title 1">
            <a:extLst>
              <a:ext uri="{FF2B5EF4-FFF2-40B4-BE49-F238E27FC236}">
                <a16:creationId xmlns:a16="http://schemas.microsoft.com/office/drawing/2014/main" id="{8E4A3B10-4ED4-41BF-8097-4BA51A1AA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Code blocks</a:t>
            </a:r>
          </a:p>
        </p:txBody>
      </p:sp>
    </p:spTree>
    <p:extLst>
      <p:ext uri="{BB962C8B-B14F-4D97-AF65-F5344CB8AC3E}">
        <p14:creationId xmlns:p14="http://schemas.microsoft.com/office/powerpoint/2010/main" val="95415546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Content Placeholder 2">
            <a:extLst>
              <a:ext uri="{FF2B5EF4-FFF2-40B4-BE49-F238E27FC236}">
                <a16:creationId xmlns:a16="http://schemas.microsoft.com/office/drawing/2014/main" id="{0E022116-9ACD-4D56-88B9-E465F8520D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Blocks are often nested</a:t>
            </a:r>
          </a:p>
          <a:p>
            <a:pPr eaLnBrk="1" hangingPunct="1"/>
            <a:r>
              <a:rPr lang="en-GB" altLang="en-US"/>
              <a:t>Indent code inside blocks for readable code</a:t>
            </a:r>
          </a:p>
          <a:p>
            <a:pPr eaLnBrk="1" hangingPunct="1"/>
            <a:r>
              <a:rPr lang="en-GB" altLang="en-US"/>
              <a:t>Makes structure of code much more understandable</a:t>
            </a:r>
          </a:p>
          <a:p>
            <a:pPr eaLnBrk="1" hangingPunct="1"/>
            <a:r>
              <a:rPr lang="en-GB" altLang="en-US"/>
              <a:t>VS usually automatically indents, if there are no syntax errors in code</a:t>
            </a:r>
          </a:p>
          <a:p>
            <a:pPr eaLnBrk="1" hangingPunct="1"/>
            <a:r>
              <a:rPr lang="en-GB" altLang="en-US"/>
              <a:t>Can force VS to format code with Edit &gt; Format Document menu option</a:t>
            </a:r>
          </a:p>
        </p:txBody>
      </p:sp>
      <p:sp>
        <p:nvSpPr>
          <p:cNvPr id="13315" name="Footer Placeholder 3">
            <a:extLst>
              <a:ext uri="{FF2B5EF4-FFF2-40B4-BE49-F238E27FC236}">
                <a16:creationId xmlns:a16="http://schemas.microsoft.com/office/drawing/2014/main" id="{DBBC7C32-7D34-4A20-82C2-7A62E0C747AD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3990975" y="6249988"/>
            <a:ext cx="11620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70C0"/>
                </a:solidFill>
                <a:latin typeface="Calibri" panose="020F0502020204030204" pitchFamily="34" charset="0"/>
              </a:rPr>
              <a:t>Creating C# classes</a:t>
            </a:r>
          </a:p>
          <a:p>
            <a:pPr eaLnBrk="1" hangingPunct="1"/>
            <a:fld id="{E84516D1-8B40-496F-A31D-ABC0B9B668ED}" type="slidenum">
              <a:rPr lang="en-US" altLang="en-US">
                <a:solidFill>
                  <a:srgbClr val="0070C0"/>
                </a:solidFill>
                <a:latin typeface="Calibri" panose="020F0502020204030204" pitchFamily="34" charset="0"/>
              </a:rPr>
              <a:pPr eaLnBrk="1" hangingPunct="1"/>
              <a:t>49</a:t>
            </a:fld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  <a:p>
            <a:pPr eaLnBrk="1" hangingPunct="1"/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13316" name="Title 1">
            <a:extLst>
              <a:ext uri="{FF2B5EF4-FFF2-40B4-BE49-F238E27FC236}">
                <a16:creationId xmlns:a16="http://schemas.microsoft.com/office/drawing/2014/main" id="{6CDCCE02-83D5-4389-8C62-077EBE92C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Code blocks</a:t>
            </a:r>
          </a:p>
        </p:txBody>
      </p:sp>
    </p:spTree>
    <p:extLst>
      <p:ext uri="{BB962C8B-B14F-4D97-AF65-F5344CB8AC3E}">
        <p14:creationId xmlns:p14="http://schemas.microsoft.com/office/powerpoint/2010/main" val="404912304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Content Placeholder 2">
            <a:extLst>
              <a:ext uri="{FF2B5EF4-FFF2-40B4-BE49-F238E27FC236}">
                <a16:creationId xmlns:a16="http://schemas.microsoft.com/office/drawing/2014/main" id="{4CFC27CA-970C-485D-BCB0-A18E7A3B24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088" y="2060575"/>
            <a:ext cx="7408862" cy="3600450"/>
          </a:xfrm>
        </p:spPr>
        <p:txBody>
          <a:bodyPr/>
          <a:lstStyle/>
          <a:p>
            <a:pPr eaLnBrk="1" hangingPunct="1"/>
            <a:r>
              <a:rPr lang="en-GB" altLang="en-US"/>
              <a:t>We are creating a class called Employee</a:t>
            </a:r>
          </a:p>
          <a:p>
            <a:pPr eaLnBrk="1" hangingPunct="1"/>
            <a:r>
              <a:rPr lang="en-GB" altLang="en-US"/>
              <a:t>Someone else might also create a class called Employee</a:t>
            </a:r>
          </a:p>
          <a:p>
            <a:pPr eaLnBrk="1" hangingPunct="1"/>
            <a:r>
              <a:rPr lang="en-GB" altLang="en-US"/>
              <a:t>No problem...</a:t>
            </a:r>
          </a:p>
          <a:p>
            <a:pPr eaLnBrk="1" hangingPunct="1"/>
            <a:r>
              <a:rPr lang="en-GB" altLang="en-US"/>
              <a:t>...unless two classes with the same name become part of the same application</a:t>
            </a:r>
          </a:p>
          <a:p>
            <a:pPr eaLnBrk="1" hangingPunct="1"/>
            <a:r>
              <a:rPr lang="en-GB" altLang="en-US"/>
              <a:t>Could happen if you include classes from a class library in your application</a:t>
            </a:r>
          </a:p>
        </p:txBody>
      </p:sp>
      <p:sp>
        <p:nvSpPr>
          <p:cNvPr id="14339" name="Footer Placeholder 3">
            <a:extLst>
              <a:ext uri="{FF2B5EF4-FFF2-40B4-BE49-F238E27FC236}">
                <a16:creationId xmlns:a16="http://schemas.microsoft.com/office/drawing/2014/main" id="{5B09B298-4C96-4F2A-B1A6-BC886DDB660F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3990975" y="6249988"/>
            <a:ext cx="11620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70C0"/>
                </a:solidFill>
                <a:latin typeface="Calibri" panose="020F0502020204030204" pitchFamily="34" charset="0"/>
              </a:rPr>
              <a:t>Creating C# classes</a:t>
            </a:r>
          </a:p>
          <a:p>
            <a:pPr eaLnBrk="1" hangingPunct="1"/>
            <a:fld id="{524E0992-5963-4727-9414-FFA3A79046FC}" type="slidenum">
              <a:rPr lang="en-US" altLang="en-US">
                <a:solidFill>
                  <a:srgbClr val="0070C0"/>
                </a:solidFill>
                <a:latin typeface="Calibri" panose="020F0502020204030204" pitchFamily="34" charset="0"/>
              </a:rPr>
              <a:pPr eaLnBrk="1" hangingPunct="1"/>
              <a:t>50</a:t>
            </a:fld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  <a:p>
            <a:pPr eaLnBrk="1" hangingPunct="1"/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14340" name="Title 1">
            <a:extLst>
              <a:ext uri="{FF2B5EF4-FFF2-40B4-BE49-F238E27FC236}">
                <a16:creationId xmlns:a16="http://schemas.microsoft.com/office/drawing/2014/main" id="{84FE27A4-65A0-494B-AE63-1648D971B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Namespaces</a:t>
            </a:r>
          </a:p>
        </p:txBody>
      </p:sp>
    </p:spTree>
    <p:extLst>
      <p:ext uri="{BB962C8B-B14F-4D97-AF65-F5344CB8AC3E}">
        <p14:creationId xmlns:p14="http://schemas.microsoft.com/office/powerpoint/2010/main" val="148377459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Content Placeholder 2">
            <a:extLst>
              <a:ext uri="{FF2B5EF4-FFF2-40B4-BE49-F238E27FC236}">
                <a16:creationId xmlns:a16="http://schemas.microsoft.com/office/drawing/2014/main" id="{4CA0C568-0851-4C17-BB9E-E5D281BB33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3" y="1989138"/>
            <a:ext cx="8229600" cy="3960812"/>
          </a:xfrm>
        </p:spPr>
        <p:txBody>
          <a:bodyPr/>
          <a:lstStyle/>
          <a:p>
            <a:pPr eaLnBrk="1" hangingPunct="1"/>
            <a:r>
              <a:rPr lang="en-GB" altLang="en-US" dirty="0"/>
              <a:t>It is very common to use classes in more than one program</a:t>
            </a:r>
          </a:p>
          <a:p>
            <a:pPr eaLnBrk="1" hangingPunct="1"/>
            <a:r>
              <a:rPr lang="en-GB" altLang="en-US" dirty="0"/>
              <a:t>Encapsulation makes this straightforward in object oriented programming</a:t>
            </a:r>
          </a:p>
          <a:p>
            <a:pPr eaLnBrk="1" hangingPunct="1"/>
            <a:r>
              <a:rPr lang="en-GB" altLang="en-US" dirty="0"/>
              <a:t>Each class is a self-contained component with a public interface</a:t>
            </a:r>
          </a:p>
          <a:p>
            <a:pPr eaLnBrk="1" hangingPunct="1"/>
            <a:r>
              <a:rPr lang="en-GB" altLang="en-US" dirty="0"/>
              <a:t>Class libraries are groups of classes designed to be used in other programs</a:t>
            </a:r>
          </a:p>
          <a:p>
            <a:pPr eaLnBrk="1" hangingPunct="1"/>
            <a:r>
              <a:rPr lang="en-GB" altLang="en-US" dirty="0"/>
              <a:t>Most programs will use .NET Framework library classes, and often other libraries </a:t>
            </a:r>
          </a:p>
          <a:p>
            <a:pPr eaLnBrk="1" hangingPunct="1"/>
            <a:endParaRPr lang="en-GB" altLang="en-US" dirty="0"/>
          </a:p>
          <a:p>
            <a:pPr eaLnBrk="1" hangingPunct="1"/>
            <a:endParaRPr lang="en-GB" altLang="en-US" dirty="0"/>
          </a:p>
        </p:txBody>
      </p:sp>
      <p:sp>
        <p:nvSpPr>
          <p:cNvPr id="15363" name="Footer Placeholder 3">
            <a:extLst>
              <a:ext uri="{FF2B5EF4-FFF2-40B4-BE49-F238E27FC236}">
                <a16:creationId xmlns:a16="http://schemas.microsoft.com/office/drawing/2014/main" id="{4841E6B6-45A4-4393-8D02-F8388813225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3990975" y="6249988"/>
            <a:ext cx="11620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70C0"/>
                </a:solidFill>
                <a:latin typeface="Calibri" panose="020F0502020204030204" pitchFamily="34" charset="0"/>
              </a:rPr>
              <a:t>Creating C# classes</a:t>
            </a:r>
          </a:p>
          <a:p>
            <a:pPr eaLnBrk="1" hangingPunct="1"/>
            <a:fld id="{E578B7F4-FEFA-469F-AF4E-AB48096DAFA6}" type="slidenum">
              <a:rPr lang="en-US" altLang="en-US">
                <a:solidFill>
                  <a:srgbClr val="0070C0"/>
                </a:solidFill>
                <a:latin typeface="Calibri" panose="020F0502020204030204" pitchFamily="34" charset="0"/>
              </a:rPr>
              <a:pPr eaLnBrk="1" hangingPunct="1"/>
              <a:t>51</a:t>
            </a:fld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  <a:p>
            <a:pPr eaLnBrk="1" hangingPunct="1"/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15364" name="Title 1">
            <a:extLst>
              <a:ext uri="{FF2B5EF4-FFF2-40B4-BE49-F238E27FC236}">
                <a16:creationId xmlns:a16="http://schemas.microsoft.com/office/drawing/2014/main" id="{888AC945-ED9F-4654-B4D1-2B0E41193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Code re-use</a:t>
            </a:r>
          </a:p>
        </p:txBody>
      </p:sp>
    </p:spTree>
    <p:extLst>
      <p:ext uri="{BB962C8B-B14F-4D97-AF65-F5344CB8AC3E}">
        <p14:creationId xmlns:p14="http://schemas.microsoft.com/office/powerpoint/2010/main" val="182707447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Content Placeholder 2">
            <a:extLst>
              <a:ext uri="{FF2B5EF4-FFF2-40B4-BE49-F238E27FC236}">
                <a16:creationId xmlns:a16="http://schemas.microsoft.com/office/drawing/2014/main" id="{30850047-D67F-464D-BD9F-00DEDA0C2C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 fontScale="92500" lnSpcReduction="10000"/>
          </a:bodyPr>
          <a:lstStyle/>
          <a:p>
            <a:pPr marL="274320" indent="-274320" eaLnBrk="1" fontAlgn="auto" hangingPunct="1">
              <a:spcAft>
                <a:spcPts val="0"/>
              </a:spcAft>
              <a:defRPr/>
            </a:pPr>
            <a:r>
              <a:rPr lang="en-GB" dirty="0"/>
              <a:t>Solution - namespaces</a:t>
            </a:r>
          </a:p>
          <a:p>
            <a:pPr marL="274320" indent="-274320" eaLnBrk="1" fontAlgn="auto" hangingPunct="1">
              <a:spcAft>
                <a:spcPts val="0"/>
              </a:spcAft>
              <a:defRPr/>
            </a:pPr>
            <a:r>
              <a:rPr lang="en-GB" dirty="0"/>
              <a:t>Creating class within a namespace gives the class a (more) unique name</a:t>
            </a:r>
          </a:p>
          <a:p>
            <a:pPr marL="274320" indent="-274320" eaLnBrk="1" fontAlgn="auto" hangingPunct="1">
              <a:spcAft>
                <a:spcPts val="0"/>
              </a:spcAft>
              <a:defRPr/>
            </a:pPr>
            <a:endParaRPr lang="en-GB" dirty="0"/>
          </a:p>
          <a:p>
            <a:pPr marL="274320" indent="-274320" eaLnBrk="1" fontAlgn="auto" hangingPunct="1">
              <a:spcAft>
                <a:spcPts val="0"/>
              </a:spcAft>
              <a:defRPr/>
            </a:pPr>
            <a:endParaRPr lang="en-GB" dirty="0"/>
          </a:p>
          <a:p>
            <a:pPr marL="274320" indent="-274320" eaLnBrk="1" fontAlgn="auto" hangingPunct="1">
              <a:spcAft>
                <a:spcPts val="0"/>
              </a:spcAft>
              <a:defRPr/>
            </a:pPr>
            <a:endParaRPr lang="en-GB" dirty="0"/>
          </a:p>
          <a:p>
            <a:pPr marL="274320" indent="-274320" eaLnBrk="1" fontAlgn="auto" hangingPunct="1">
              <a:spcAft>
                <a:spcPts val="0"/>
              </a:spcAft>
              <a:defRPr/>
            </a:pPr>
            <a:endParaRPr lang="en-GB" dirty="0"/>
          </a:p>
          <a:p>
            <a:pPr marL="274320" indent="-274320" eaLnBrk="1" fontAlgn="auto" hangingPunct="1">
              <a:spcAft>
                <a:spcPts val="0"/>
              </a:spcAft>
              <a:defRPr/>
            </a:pPr>
            <a:r>
              <a:rPr lang="en-GB" dirty="0"/>
              <a:t>Name of class is </a:t>
            </a:r>
            <a:r>
              <a:rPr lang="en-GB" b="1" dirty="0" err="1"/>
              <a:t>ClassesDemo.Employee</a:t>
            </a:r>
            <a:endParaRPr lang="en-GB" b="1" dirty="0"/>
          </a:p>
          <a:p>
            <a:pPr marL="274320" indent="-274320" eaLnBrk="1" fontAlgn="auto" hangingPunct="1">
              <a:spcAft>
                <a:spcPts val="0"/>
              </a:spcAft>
              <a:defRPr/>
            </a:pPr>
            <a:r>
              <a:rPr lang="en-GB" dirty="0"/>
              <a:t>This is called the </a:t>
            </a:r>
            <a:r>
              <a:rPr lang="en-GB" b="1" dirty="0"/>
              <a:t>fully qualified name</a:t>
            </a:r>
          </a:p>
        </p:txBody>
      </p:sp>
      <p:sp>
        <p:nvSpPr>
          <p:cNvPr id="16387" name="Footer Placeholder 3">
            <a:extLst>
              <a:ext uri="{FF2B5EF4-FFF2-40B4-BE49-F238E27FC236}">
                <a16:creationId xmlns:a16="http://schemas.microsoft.com/office/drawing/2014/main" id="{3B955D46-7A00-4B16-A0DA-F2BA3B90F787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3990975" y="6249988"/>
            <a:ext cx="11620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70C0"/>
                </a:solidFill>
                <a:latin typeface="Calibri" panose="020F0502020204030204" pitchFamily="34" charset="0"/>
              </a:rPr>
              <a:t>Creating C# classes</a:t>
            </a:r>
          </a:p>
          <a:p>
            <a:pPr eaLnBrk="1" hangingPunct="1"/>
            <a:fld id="{284E8B94-9882-49AC-A27E-A5EBEC32FCC8}" type="slidenum">
              <a:rPr lang="en-US" altLang="en-US">
                <a:solidFill>
                  <a:srgbClr val="0070C0"/>
                </a:solidFill>
                <a:latin typeface="Calibri" panose="020F0502020204030204" pitchFamily="34" charset="0"/>
              </a:rPr>
              <a:pPr eaLnBrk="1" hangingPunct="1"/>
              <a:t>52</a:t>
            </a:fld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  <a:p>
            <a:pPr eaLnBrk="1" hangingPunct="1"/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16388" name="Title 1">
            <a:extLst>
              <a:ext uri="{FF2B5EF4-FFF2-40B4-BE49-F238E27FC236}">
                <a16:creationId xmlns:a16="http://schemas.microsoft.com/office/drawing/2014/main" id="{7B91B93C-6635-47DF-86AD-764E9DEA6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Namespaces	</a:t>
            </a:r>
          </a:p>
        </p:txBody>
      </p:sp>
      <p:pic>
        <p:nvPicPr>
          <p:cNvPr id="16389" name="Picture 2">
            <a:extLst>
              <a:ext uri="{FF2B5EF4-FFF2-40B4-BE49-F238E27FC236}">
                <a16:creationId xmlns:a16="http://schemas.microsoft.com/office/drawing/2014/main" id="{ABB5EFCA-ACB5-428E-B972-AB4597EA57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175" y="3557588"/>
            <a:ext cx="424815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1871930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Content Placeholder 2">
            <a:extLst>
              <a:ext uri="{FF2B5EF4-FFF2-40B4-BE49-F238E27FC236}">
                <a16:creationId xmlns:a16="http://schemas.microsoft.com/office/drawing/2014/main" id="{ED9FBF26-3CF8-4129-B8B0-4FDF76405B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Can define each class in a separate file or define multiple classes within a file</a:t>
            </a:r>
          </a:p>
          <a:p>
            <a:pPr eaLnBrk="1" hangingPunct="1"/>
            <a:r>
              <a:rPr lang="en-GB" altLang="en-US"/>
              <a:t>Can define multiple classes within a namespace block in a file</a:t>
            </a:r>
          </a:p>
          <a:p>
            <a:pPr eaLnBrk="1" hangingPunct="1"/>
            <a:r>
              <a:rPr lang="en-GB" altLang="en-US"/>
              <a:t>Can specify the same namespace in separate files</a:t>
            </a:r>
          </a:p>
          <a:p>
            <a:pPr eaLnBrk="1" hangingPunct="1"/>
            <a:r>
              <a:rPr lang="en-GB" altLang="en-US"/>
              <a:t>Usually all the classes in a project belong to the same namespace</a:t>
            </a:r>
          </a:p>
          <a:p>
            <a:pPr eaLnBrk="1" hangingPunct="1"/>
            <a:endParaRPr lang="en-GB" altLang="en-US"/>
          </a:p>
          <a:p>
            <a:pPr eaLnBrk="1" hangingPunct="1"/>
            <a:endParaRPr lang="en-GB" altLang="en-US"/>
          </a:p>
        </p:txBody>
      </p:sp>
      <p:sp>
        <p:nvSpPr>
          <p:cNvPr id="17411" name="Footer Placeholder 3">
            <a:extLst>
              <a:ext uri="{FF2B5EF4-FFF2-40B4-BE49-F238E27FC236}">
                <a16:creationId xmlns:a16="http://schemas.microsoft.com/office/drawing/2014/main" id="{49EFC3D0-E024-426A-81F6-5640638519EE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3990975" y="6249988"/>
            <a:ext cx="11620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70C0"/>
                </a:solidFill>
                <a:latin typeface="Calibri" panose="020F0502020204030204" pitchFamily="34" charset="0"/>
              </a:rPr>
              <a:t>Creating C# classes</a:t>
            </a:r>
          </a:p>
          <a:p>
            <a:pPr eaLnBrk="1" hangingPunct="1"/>
            <a:fld id="{E08FC3A1-7110-401A-879A-284419B872AA}" type="slidenum">
              <a:rPr lang="en-US" altLang="en-US">
                <a:solidFill>
                  <a:srgbClr val="0070C0"/>
                </a:solidFill>
                <a:latin typeface="Calibri" panose="020F0502020204030204" pitchFamily="34" charset="0"/>
              </a:rPr>
              <a:pPr eaLnBrk="1" hangingPunct="1"/>
              <a:t>53</a:t>
            </a:fld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  <a:p>
            <a:pPr eaLnBrk="1" hangingPunct="1"/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17412" name="Title 1">
            <a:extLst>
              <a:ext uri="{FF2B5EF4-FFF2-40B4-BE49-F238E27FC236}">
                <a16:creationId xmlns:a16="http://schemas.microsoft.com/office/drawing/2014/main" id="{AA212A74-3497-48DD-85DC-AC7FFB86E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Namespaces</a:t>
            </a:r>
          </a:p>
        </p:txBody>
      </p:sp>
    </p:spTree>
    <p:extLst>
      <p:ext uri="{BB962C8B-B14F-4D97-AF65-F5344CB8AC3E}">
        <p14:creationId xmlns:p14="http://schemas.microsoft.com/office/powerpoint/2010/main" val="255656710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Content Placeholder 2">
            <a:extLst>
              <a:ext uri="{FF2B5EF4-FFF2-40B4-BE49-F238E27FC236}">
                <a16:creationId xmlns:a16="http://schemas.microsoft.com/office/drawing/2014/main" id="{AC24552E-AB5E-4EAE-8890-907E25449E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Can use classes which are not part of your project</a:t>
            </a:r>
          </a:p>
          <a:p>
            <a:pPr eaLnBrk="1" hangingPunct="1"/>
            <a:r>
              <a:rPr lang="en-GB" altLang="en-US"/>
              <a:t>May need to add Reference within your project</a:t>
            </a:r>
          </a:p>
          <a:p>
            <a:pPr eaLnBrk="1" hangingPunct="1"/>
            <a:r>
              <a:rPr lang="en-GB" altLang="en-US"/>
              <a:t>Put </a:t>
            </a:r>
            <a:r>
              <a:rPr lang="en-GB" altLang="en-US" b="1"/>
              <a:t>using</a:t>
            </a:r>
            <a:r>
              <a:rPr lang="en-GB" altLang="en-US"/>
              <a:t> statement(s) at the top of your code file allows you to use the class name</a:t>
            </a:r>
          </a:p>
          <a:p>
            <a:pPr eaLnBrk="1" hangingPunct="1"/>
            <a:r>
              <a:rPr lang="en-GB" altLang="en-US"/>
              <a:t>Otherwise would need to use fully qualified name</a:t>
            </a:r>
          </a:p>
        </p:txBody>
      </p:sp>
      <p:sp>
        <p:nvSpPr>
          <p:cNvPr id="18435" name="Footer Placeholder 3">
            <a:extLst>
              <a:ext uri="{FF2B5EF4-FFF2-40B4-BE49-F238E27FC236}">
                <a16:creationId xmlns:a16="http://schemas.microsoft.com/office/drawing/2014/main" id="{2F9D692D-C5FA-4B3D-ABD4-DDEB40DE1F94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3990975" y="6249988"/>
            <a:ext cx="11620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70C0"/>
                </a:solidFill>
                <a:latin typeface="Calibri" panose="020F0502020204030204" pitchFamily="34" charset="0"/>
              </a:rPr>
              <a:t>Creating C# classes</a:t>
            </a:r>
          </a:p>
          <a:p>
            <a:pPr eaLnBrk="1" hangingPunct="1"/>
            <a:fld id="{E830F5DC-E8D1-437F-8A36-93680CC9230F}" type="slidenum">
              <a:rPr lang="en-US" altLang="en-US">
                <a:solidFill>
                  <a:srgbClr val="0070C0"/>
                </a:solidFill>
                <a:latin typeface="Calibri" panose="020F0502020204030204" pitchFamily="34" charset="0"/>
              </a:rPr>
              <a:pPr eaLnBrk="1" hangingPunct="1"/>
              <a:t>54</a:t>
            </a:fld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  <a:p>
            <a:pPr eaLnBrk="1" hangingPunct="1"/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18436" name="Title 1">
            <a:extLst>
              <a:ext uri="{FF2B5EF4-FFF2-40B4-BE49-F238E27FC236}">
                <a16:creationId xmlns:a16="http://schemas.microsoft.com/office/drawing/2014/main" id="{66DF3EE2-F2DC-4DDB-955F-80624F1FC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Using other namespaces</a:t>
            </a:r>
          </a:p>
        </p:txBody>
      </p:sp>
    </p:spTree>
    <p:extLst>
      <p:ext uri="{BB962C8B-B14F-4D97-AF65-F5344CB8AC3E}">
        <p14:creationId xmlns:p14="http://schemas.microsoft.com/office/powerpoint/2010/main" val="62152508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Content Placeholder 2">
            <a:extLst>
              <a:ext uri="{FF2B5EF4-FFF2-40B4-BE49-F238E27FC236}">
                <a16:creationId xmlns:a16="http://schemas.microsoft.com/office/drawing/2014/main" id="{B97B68C9-4B44-49A0-9E36-E4D4CDD8E3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Often need to include namespaces for .NET framework class library classes</a:t>
            </a:r>
          </a:p>
          <a:p>
            <a:pPr eaLnBrk="1" hangingPunct="1"/>
            <a:endParaRPr lang="en-GB" altLang="en-US"/>
          </a:p>
          <a:p>
            <a:pPr eaLnBrk="1" hangingPunct="1"/>
            <a:endParaRPr lang="en-GB" altLang="en-US"/>
          </a:p>
          <a:p>
            <a:pPr eaLnBrk="1" hangingPunct="1"/>
            <a:r>
              <a:rPr lang="en-GB" altLang="en-US"/>
              <a:t>Allows you to use the </a:t>
            </a:r>
            <a:r>
              <a:rPr lang="en-GB" altLang="en-US" b="1"/>
              <a:t>System.Console</a:t>
            </a:r>
            <a:r>
              <a:rPr lang="en-GB" altLang="en-US"/>
              <a:t> class</a:t>
            </a:r>
          </a:p>
          <a:p>
            <a:pPr lvl="1" eaLnBrk="1" hangingPunct="1"/>
            <a:r>
              <a:rPr lang="en-GB" altLang="en-US"/>
              <a:t>needed to print output in console applications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GB" altLang="en-US"/>
          </a:p>
          <a:p>
            <a:pPr eaLnBrk="1" hangingPunct="1"/>
            <a:r>
              <a:rPr lang="en-GB" altLang="en-US"/>
              <a:t>Can have as many usings as you need</a:t>
            </a:r>
          </a:p>
        </p:txBody>
      </p:sp>
      <p:sp>
        <p:nvSpPr>
          <p:cNvPr id="19459" name="Footer Placeholder 3">
            <a:extLst>
              <a:ext uri="{FF2B5EF4-FFF2-40B4-BE49-F238E27FC236}">
                <a16:creationId xmlns:a16="http://schemas.microsoft.com/office/drawing/2014/main" id="{2F59E9E9-0E26-4C61-980E-6482B9737C69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3990975" y="6249988"/>
            <a:ext cx="11620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70C0"/>
                </a:solidFill>
                <a:latin typeface="Calibri" panose="020F0502020204030204" pitchFamily="34" charset="0"/>
              </a:rPr>
              <a:t>Creating C# classes</a:t>
            </a:r>
          </a:p>
          <a:p>
            <a:pPr eaLnBrk="1" hangingPunct="1"/>
            <a:fld id="{21A5CF7D-5164-424D-A9E6-B7EFBE3715F0}" type="slidenum">
              <a:rPr lang="en-US" altLang="en-US">
                <a:solidFill>
                  <a:srgbClr val="0070C0"/>
                </a:solidFill>
                <a:latin typeface="Calibri" panose="020F0502020204030204" pitchFamily="34" charset="0"/>
              </a:rPr>
              <a:pPr eaLnBrk="1" hangingPunct="1"/>
              <a:t>55</a:t>
            </a:fld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  <a:p>
            <a:pPr eaLnBrk="1" hangingPunct="1"/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19460" name="Title 1">
            <a:extLst>
              <a:ext uri="{FF2B5EF4-FFF2-40B4-BE49-F238E27FC236}">
                <a16:creationId xmlns:a16="http://schemas.microsoft.com/office/drawing/2014/main" id="{2D17DC4F-9253-4AAB-ADFD-060378C5C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Using other namespaces</a:t>
            </a:r>
          </a:p>
        </p:txBody>
      </p:sp>
      <p:pic>
        <p:nvPicPr>
          <p:cNvPr id="19461" name="Picture 2">
            <a:extLst>
              <a:ext uri="{FF2B5EF4-FFF2-40B4-BE49-F238E27FC236}">
                <a16:creationId xmlns:a16="http://schemas.microsoft.com/office/drawing/2014/main" id="{6BA6D30D-FECD-42F2-B242-5D0D93D63D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3284538"/>
            <a:ext cx="2838450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2" name="Picture 4">
            <a:extLst>
              <a:ext uri="{FF2B5EF4-FFF2-40B4-BE49-F238E27FC236}">
                <a16:creationId xmlns:a16="http://schemas.microsoft.com/office/drawing/2014/main" id="{8884E641-7AA6-46C3-ABB5-C5545C4CFF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600" y="5373688"/>
            <a:ext cx="8066088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4113284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Content Placeholder 2">
            <a:extLst>
              <a:ext uri="{FF2B5EF4-FFF2-40B4-BE49-F238E27FC236}">
                <a16:creationId xmlns:a16="http://schemas.microsoft.com/office/drawing/2014/main" id="{A92EF3E2-84E6-4CEE-AF3C-935F52F50B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Define the attributes which each instance of the class (i.e. objects) can have</a:t>
            </a:r>
          </a:p>
          <a:p>
            <a:pPr eaLnBrk="1" hangingPunct="1"/>
            <a:r>
              <a:rPr lang="en-GB" altLang="en-US"/>
              <a:t>Each object can have its own values for the instance variables</a:t>
            </a:r>
          </a:p>
          <a:p>
            <a:pPr eaLnBrk="1" hangingPunct="1"/>
            <a:r>
              <a:rPr lang="en-GB" altLang="en-US" b="1"/>
              <a:t>Declaring</a:t>
            </a:r>
            <a:r>
              <a:rPr lang="en-GB" altLang="en-US"/>
              <a:t> an instance variable:</a:t>
            </a:r>
          </a:p>
          <a:p>
            <a:pPr lvl="1" eaLnBrk="1" hangingPunct="1"/>
            <a:r>
              <a:rPr lang="en-GB" altLang="en-US"/>
              <a:t>Specify access (public/private) for each field</a:t>
            </a:r>
          </a:p>
          <a:p>
            <a:pPr lvl="1" eaLnBrk="1" hangingPunct="1"/>
            <a:r>
              <a:rPr lang="en-GB" altLang="en-US"/>
              <a:t>Specify type</a:t>
            </a:r>
          </a:p>
          <a:p>
            <a:pPr eaLnBrk="1" hangingPunct="1"/>
            <a:r>
              <a:rPr lang="en-GB" altLang="en-US"/>
              <a:t>By convention, name of variable is not capitalised</a:t>
            </a:r>
          </a:p>
        </p:txBody>
      </p:sp>
      <p:sp>
        <p:nvSpPr>
          <p:cNvPr id="20483" name="Footer Placeholder 3">
            <a:extLst>
              <a:ext uri="{FF2B5EF4-FFF2-40B4-BE49-F238E27FC236}">
                <a16:creationId xmlns:a16="http://schemas.microsoft.com/office/drawing/2014/main" id="{CD3290B0-948B-4F7D-A45B-E0BA96A334CB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3990975" y="6249988"/>
            <a:ext cx="11620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70C0"/>
                </a:solidFill>
                <a:latin typeface="Calibri" panose="020F0502020204030204" pitchFamily="34" charset="0"/>
              </a:rPr>
              <a:t>Creating C# classes</a:t>
            </a:r>
          </a:p>
          <a:p>
            <a:pPr eaLnBrk="1" hangingPunct="1"/>
            <a:fld id="{46EEAEEA-BA2F-46CB-9101-CFBD07CC5EA0}" type="slidenum">
              <a:rPr lang="en-US" altLang="en-US">
                <a:solidFill>
                  <a:srgbClr val="0070C0"/>
                </a:solidFill>
                <a:latin typeface="Calibri" panose="020F0502020204030204" pitchFamily="34" charset="0"/>
              </a:rPr>
              <a:pPr eaLnBrk="1" hangingPunct="1"/>
              <a:t>56</a:t>
            </a:fld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  <a:p>
            <a:pPr eaLnBrk="1" hangingPunct="1"/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20484" name="Title 1">
            <a:extLst>
              <a:ext uri="{FF2B5EF4-FFF2-40B4-BE49-F238E27FC236}">
                <a16:creationId xmlns:a16="http://schemas.microsoft.com/office/drawing/2014/main" id="{3F1D9306-D10C-4164-9B15-105DB42DE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Instance variables (fields)</a:t>
            </a:r>
          </a:p>
        </p:txBody>
      </p:sp>
    </p:spTree>
    <p:extLst>
      <p:ext uri="{BB962C8B-B14F-4D97-AF65-F5344CB8AC3E}">
        <p14:creationId xmlns:p14="http://schemas.microsoft.com/office/powerpoint/2010/main" val="179225361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Footer Placeholder 3">
            <a:extLst>
              <a:ext uri="{FF2B5EF4-FFF2-40B4-BE49-F238E27FC236}">
                <a16:creationId xmlns:a16="http://schemas.microsoft.com/office/drawing/2014/main" id="{CB187F3A-2053-4A84-A3F6-B161E64C4DB2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3990975" y="6249988"/>
            <a:ext cx="11620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70C0"/>
                </a:solidFill>
                <a:latin typeface="Calibri" panose="020F0502020204030204" pitchFamily="34" charset="0"/>
              </a:rPr>
              <a:t>Creating C# classes</a:t>
            </a:r>
          </a:p>
          <a:p>
            <a:pPr eaLnBrk="1" hangingPunct="1"/>
            <a:fld id="{14FEBFA2-FE4D-4619-A899-585464DF2558}" type="slidenum">
              <a:rPr lang="en-US" altLang="en-US">
                <a:solidFill>
                  <a:srgbClr val="0070C0"/>
                </a:solidFill>
                <a:latin typeface="Calibri" panose="020F0502020204030204" pitchFamily="34" charset="0"/>
              </a:rPr>
              <a:pPr eaLnBrk="1" hangingPunct="1"/>
              <a:t>57</a:t>
            </a:fld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  <a:p>
            <a:pPr eaLnBrk="1" hangingPunct="1"/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21507" name="Title 1">
            <a:extLst>
              <a:ext uri="{FF2B5EF4-FFF2-40B4-BE49-F238E27FC236}">
                <a16:creationId xmlns:a16="http://schemas.microsoft.com/office/drawing/2014/main" id="{C0E37742-E813-41F8-8CC8-DE372CDDD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Instance variable declarations</a:t>
            </a:r>
          </a:p>
        </p:txBody>
      </p:sp>
      <p:pic>
        <p:nvPicPr>
          <p:cNvPr id="21508" name="Picture 2">
            <a:extLst>
              <a:ext uri="{FF2B5EF4-FFF2-40B4-BE49-F238E27FC236}">
                <a16:creationId xmlns:a16="http://schemas.microsoft.com/office/drawing/2014/main" id="{94250FEE-97E8-436D-A056-2BABF14C44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0" y="3702050"/>
            <a:ext cx="44577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5B596B9-2DD7-475C-A558-FEA42F8F2D14}"/>
              </a:ext>
            </a:extLst>
          </p:cNvPr>
          <p:cNvSpPr txBox="1"/>
          <p:nvPr/>
        </p:nvSpPr>
        <p:spPr>
          <a:xfrm>
            <a:off x="4500563" y="2428875"/>
            <a:ext cx="4286250" cy="92392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GB" dirty="0"/>
              <a:t>Note that type can be the name of another class in your application to set up “has-a” relationship</a:t>
            </a:r>
          </a:p>
        </p:txBody>
      </p:sp>
      <p:sp>
        <p:nvSpPr>
          <p:cNvPr id="21510" name="TextBox 6">
            <a:extLst>
              <a:ext uri="{FF2B5EF4-FFF2-40B4-BE49-F238E27FC236}">
                <a16:creationId xmlns:a16="http://schemas.microsoft.com/office/drawing/2014/main" id="{C2136BF9-F6A9-46E8-A6A4-FDC07F6CAC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13" y="4987925"/>
            <a:ext cx="1812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/>
              <a:t>access modifier</a:t>
            </a:r>
          </a:p>
        </p:txBody>
      </p:sp>
      <p:sp>
        <p:nvSpPr>
          <p:cNvPr id="21511" name="TextBox 7">
            <a:extLst>
              <a:ext uri="{FF2B5EF4-FFF2-40B4-BE49-F238E27FC236}">
                <a16:creationId xmlns:a16="http://schemas.microsoft.com/office/drawing/2014/main" id="{9A2908E7-A4F1-4FF2-852C-C06658A840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00" y="4987925"/>
            <a:ext cx="6207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/>
              <a:t>type</a:t>
            </a:r>
          </a:p>
        </p:txBody>
      </p:sp>
      <p:sp>
        <p:nvSpPr>
          <p:cNvPr id="21512" name="TextBox 8">
            <a:extLst>
              <a:ext uri="{FF2B5EF4-FFF2-40B4-BE49-F238E27FC236}">
                <a16:creationId xmlns:a16="http://schemas.microsoft.com/office/drawing/2014/main" id="{036EC86C-8A30-46AC-A5F7-E5EC4D95E1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9063" y="4987925"/>
            <a:ext cx="762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/>
              <a:t>name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41183DD-B465-44F0-BF38-20694672C9A1}"/>
              </a:ext>
            </a:extLst>
          </p:cNvPr>
          <p:cNvCxnSpPr/>
          <p:nvPr/>
        </p:nvCxnSpPr>
        <p:spPr>
          <a:xfrm rot="16200000" flipV="1">
            <a:off x="1321594" y="4822032"/>
            <a:ext cx="428625" cy="71437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47733C5-0FCB-46EB-85A5-F26E18A573D5}"/>
              </a:ext>
            </a:extLst>
          </p:cNvPr>
          <p:cNvCxnSpPr/>
          <p:nvPr/>
        </p:nvCxnSpPr>
        <p:spPr>
          <a:xfrm rot="10800000">
            <a:off x="2500313" y="4714875"/>
            <a:ext cx="620712" cy="34448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9D5EEFC-2B75-4662-A838-D3B7F07309AC}"/>
              </a:ext>
            </a:extLst>
          </p:cNvPr>
          <p:cNvCxnSpPr/>
          <p:nvPr/>
        </p:nvCxnSpPr>
        <p:spPr>
          <a:xfrm rot="10800000">
            <a:off x="3576638" y="4710113"/>
            <a:ext cx="620712" cy="344487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5DC0F8C-CAFA-4F57-9F10-ECEC27E1F8F6}"/>
              </a:ext>
            </a:extLst>
          </p:cNvPr>
          <p:cNvCxnSpPr/>
          <p:nvPr/>
        </p:nvCxnSpPr>
        <p:spPr>
          <a:xfrm rot="10800000" flipV="1">
            <a:off x="2643188" y="2916238"/>
            <a:ext cx="1835150" cy="137001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3C652A4-6307-40C4-A339-6A7F924EBD49}"/>
              </a:ext>
            </a:extLst>
          </p:cNvPr>
          <p:cNvSpPr txBox="1"/>
          <p:nvPr/>
        </p:nvSpPr>
        <p:spPr>
          <a:xfrm>
            <a:off x="571500" y="1571625"/>
            <a:ext cx="6616700" cy="5540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3000" dirty="0">
                <a:latin typeface="+mn-lt"/>
              </a:rPr>
              <a:t>Instance variables in Employee class</a:t>
            </a:r>
          </a:p>
        </p:txBody>
      </p:sp>
    </p:spTree>
    <p:extLst>
      <p:ext uri="{BB962C8B-B14F-4D97-AF65-F5344CB8AC3E}">
        <p14:creationId xmlns:p14="http://schemas.microsoft.com/office/powerpoint/2010/main" val="136831765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Content Placeholder 2">
            <a:extLst>
              <a:ext uri="{FF2B5EF4-FFF2-40B4-BE49-F238E27FC236}">
                <a16:creationId xmlns:a16="http://schemas.microsoft.com/office/drawing/2014/main" id="{314EB71D-7AB9-4411-BFD6-320CF49E47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Constants</a:t>
            </a:r>
          </a:p>
          <a:p>
            <a:pPr lvl="1" eaLnBrk="1" hangingPunct="1"/>
            <a:r>
              <a:rPr lang="en-GB" altLang="en-US"/>
              <a:t>Value can’t be changed once set</a:t>
            </a:r>
          </a:p>
          <a:p>
            <a:pPr lvl="1" eaLnBrk="1" hangingPunct="1"/>
            <a:r>
              <a:rPr lang="en-GB" altLang="en-US"/>
              <a:t>Use </a:t>
            </a:r>
            <a:r>
              <a:rPr lang="en-GB" altLang="en-US" b="1"/>
              <a:t>const</a:t>
            </a:r>
            <a:r>
              <a:rPr lang="en-GB" altLang="en-US"/>
              <a:t> key word</a:t>
            </a:r>
          </a:p>
          <a:p>
            <a:pPr eaLnBrk="1" hangingPunct="1"/>
            <a:endParaRPr lang="en-GB" altLang="en-US"/>
          </a:p>
        </p:txBody>
      </p:sp>
      <p:sp>
        <p:nvSpPr>
          <p:cNvPr id="22531" name="Footer Placeholder 3">
            <a:extLst>
              <a:ext uri="{FF2B5EF4-FFF2-40B4-BE49-F238E27FC236}">
                <a16:creationId xmlns:a16="http://schemas.microsoft.com/office/drawing/2014/main" id="{4C912233-41AA-44FC-96D1-3FE1764A0B69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3990975" y="6249988"/>
            <a:ext cx="11620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70C0"/>
                </a:solidFill>
                <a:latin typeface="Calibri" panose="020F0502020204030204" pitchFamily="34" charset="0"/>
              </a:rPr>
              <a:t>Creating C# classes</a:t>
            </a:r>
          </a:p>
          <a:p>
            <a:pPr eaLnBrk="1" hangingPunct="1"/>
            <a:fld id="{EB214558-93B1-4C3D-867C-D24A3D75A17D}" type="slidenum">
              <a:rPr lang="en-US" altLang="en-US">
                <a:solidFill>
                  <a:srgbClr val="0070C0"/>
                </a:solidFill>
                <a:latin typeface="Calibri" panose="020F0502020204030204" pitchFamily="34" charset="0"/>
              </a:rPr>
              <a:pPr eaLnBrk="1" hangingPunct="1"/>
              <a:t>58</a:t>
            </a:fld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  <a:p>
            <a:pPr eaLnBrk="1" hangingPunct="1"/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22532" name="Title 1">
            <a:extLst>
              <a:ext uri="{FF2B5EF4-FFF2-40B4-BE49-F238E27FC236}">
                <a16:creationId xmlns:a16="http://schemas.microsoft.com/office/drawing/2014/main" id="{DED79C9D-1F05-4A5D-A6F2-07CFD4852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Constants</a:t>
            </a:r>
          </a:p>
        </p:txBody>
      </p:sp>
      <p:pic>
        <p:nvPicPr>
          <p:cNvPr id="22533" name="Picture 2">
            <a:extLst>
              <a:ext uri="{FF2B5EF4-FFF2-40B4-BE49-F238E27FC236}">
                <a16:creationId xmlns:a16="http://schemas.microsoft.com/office/drawing/2014/main" id="{6DDC279A-22E0-4D14-92AD-F9739A6F61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4119563"/>
            <a:ext cx="6513512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229822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Content Placeholder 2">
            <a:extLst>
              <a:ext uri="{FF2B5EF4-FFF2-40B4-BE49-F238E27FC236}">
                <a16:creationId xmlns:a16="http://schemas.microsoft.com/office/drawing/2014/main" id="{34924A12-57BF-4F2E-9BAE-46CBFDAE37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 fontScale="92500" lnSpcReduction="10000"/>
          </a:bodyPr>
          <a:lstStyle/>
          <a:p>
            <a:pPr marL="274320" indent="-274320" eaLnBrk="1" fontAlgn="auto" hangingPunct="1">
              <a:spcAft>
                <a:spcPts val="0"/>
              </a:spcAft>
              <a:defRPr/>
            </a:pPr>
            <a:r>
              <a:rPr lang="en-GB" dirty="0"/>
              <a:t>Static variables</a:t>
            </a:r>
          </a:p>
          <a:p>
            <a:pPr lvl="1" indent="-274320" eaLnBrk="1" fontAlgn="auto" hangingPunct="1">
              <a:spcAft>
                <a:spcPts val="0"/>
              </a:spcAft>
              <a:defRPr/>
            </a:pPr>
            <a:r>
              <a:rPr lang="en-GB" dirty="0"/>
              <a:t>Same value for all instances of a class</a:t>
            </a:r>
          </a:p>
          <a:p>
            <a:pPr lvl="1" indent="-274320" eaLnBrk="1" fontAlgn="auto" hangingPunct="1">
              <a:spcAft>
                <a:spcPts val="0"/>
              </a:spcAft>
              <a:defRPr/>
            </a:pPr>
            <a:r>
              <a:rPr lang="en-GB" dirty="0"/>
              <a:t>Use </a:t>
            </a:r>
            <a:r>
              <a:rPr lang="en-GB" b="1" dirty="0"/>
              <a:t>static</a:t>
            </a:r>
            <a:r>
              <a:rPr lang="en-GB" dirty="0"/>
              <a:t> key word</a:t>
            </a:r>
          </a:p>
          <a:p>
            <a:pPr lvl="1" indent="-274320" eaLnBrk="1" fontAlgn="auto" hangingPunct="1">
              <a:spcAft>
                <a:spcPts val="0"/>
              </a:spcAft>
              <a:defRPr/>
            </a:pPr>
            <a:r>
              <a:rPr lang="en-GB" dirty="0"/>
              <a:t>Also know as </a:t>
            </a:r>
            <a:r>
              <a:rPr lang="en-GB" b="1" dirty="0"/>
              <a:t>class variables</a:t>
            </a:r>
          </a:p>
          <a:p>
            <a:pPr lvl="1" indent="-274320" eaLnBrk="1" fontAlgn="auto" hangingPunct="1">
              <a:spcAft>
                <a:spcPts val="0"/>
              </a:spcAft>
              <a:defRPr/>
            </a:pPr>
            <a:endParaRPr lang="en-GB" b="1" dirty="0"/>
          </a:p>
          <a:p>
            <a:pPr lvl="1" indent="-274320" eaLnBrk="1" fontAlgn="auto" hangingPunct="1">
              <a:spcAft>
                <a:spcPts val="0"/>
              </a:spcAft>
              <a:defRPr/>
            </a:pPr>
            <a:r>
              <a:rPr lang="en-GB" dirty="0"/>
              <a:t>Can be accessed using name of class, without creating an instance</a:t>
            </a:r>
          </a:p>
          <a:p>
            <a:pPr lvl="1" indent="-27432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endParaRPr lang="en-GB" dirty="0"/>
          </a:p>
          <a:p>
            <a:pPr lvl="1" indent="-274320" eaLnBrk="1" fontAlgn="auto" hangingPunct="1">
              <a:spcAft>
                <a:spcPts val="0"/>
              </a:spcAft>
              <a:defRPr/>
            </a:pPr>
            <a:r>
              <a:rPr lang="en-GB" dirty="0"/>
              <a:t>Not constant, can be changed, change applies to all instances of class</a:t>
            </a:r>
          </a:p>
          <a:p>
            <a:pPr marL="274320" indent="-274320" eaLnBrk="1" fontAlgn="auto" hangingPunct="1">
              <a:spcAft>
                <a:spcPts val="0"/>
              </a:spcAft>
              <a:defRPr/>
            </a:pPr>
            <a:endParaRPr lang="en-GB" dirty="0"/>
          </a:p>
        </p:txBody>
      </p:sp>
      <p:sp>
        <p:nvSpPr>
          <p:cNvPr id="23555" name="Footer Placeholder 3">
            <a:extLst>
              <a:ext uri="{FF2B5EF4-FFF2-40B4-BE49-F238E27FC236}">
                <a16:creationId xmlns:a16="http://schemas.microsoft.com/office/drawing/2014/main" id="{4B871688-C534-4BCE-B8FB-7ACC259A6674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3990975" y="6249988"/>
            <a:ext cx="11620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70C0"/>
                </a:solidFill>
                <a:latin typeface="Calibri" panose="020F0502020204030204" pitchFamily="34" charset="0"/>
              </a:rPr>
              <a:t>Creating C# classes</a:t>
            </a:r>
          </a:p>
          <a:p>
            <a:pPr eaLnBrk="1" hangingPunct="1"/>
            <a:fld id="{A081B1A9-6D96-40D6-8F70-785B97FC6D0C}" type="slidenum">
              <a:rPr lang="en-US" altLang="en-US">
                <a:solidFill>
                  <a:srgbClr val="0070C0"/>
                </a:solidFill>
                <a:latin typeface="Calibri" panose="020F0502020204030204" pitchFamily="34" charset="0"/>
              </a:rPr>
              <a:pPr eaLnBrk="1" hangingPunct="1"/>
              <a:t>59</a:t>
            </a:fld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  <a:p>
            <a:pPr eaLnBrk="1" hangingPunct="1"/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23556" name="Title 1">
            <a:extLst>
              <a:ext uri="{FF2B5EF4-FFF2-40B4-BE49-F238E27FC236}">
                <a16:creationId xmlns:a16="http://schemas.microsoft.com/office/drawing/2014/main" id="{1EE31A3D-EE71-4BDA-A169-3F5CD772C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Static variables</a:t>
            </a:r>
          </a:p>
        </p:txBody>
      </p:sp>
      <p:pic>
        <p:nvPicPr>
          <p:cNvPr id="23557" name="Picture 4">
            <a:extLst>
              <a:ext uri="{FF2B5EF4-FFF2-40B4-BE49-F238E27FC236}">
                <a16:creationId xmlns:a16="http://schemas.microsoft.com/office/drawing/2014/main" id="{8194F5A2-D9A2-4C5A-B1BF-3E6F1704C7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6700" y="4005263"/>
            <a:ext cx="3781425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8" name="Picture 2">
            <a:extLst>
              <a:ext uri="{FF2B5EF4-FFF2-40B4-BE49-F238E27FC236}">
                <a16:creationId xmlns:a16="http://schemas.microsoft.com/office/drawing/2014/main" id="{31616C77-E142-4470-80C4-40A13B7159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6238" y="4981575"/>
            <a:ext cx="34480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C3B403C-E2A4-4693-8AFE-EF1E8BF28C67}"/>
              </a:ext>
            </a:extLst>
          </p:cNvPr>
          <p:cNvSpPr txBox="1"/>
          <p:nvPr/>
        </p:nvSpPr>
        <p:spPr>
          <a:xfrm>
            <a:off x="5786438" y="3429000"/>
            <a:ext cx="2133600" cy="36988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GB" dirty="0"/>
              <a:t>in </a:t>
            </a:r>
            <a:r>
              <a:rPr lang="en-GB" dirty="0" err="1"/>
              <a:t>TimeSheet</a:t>
            </a:r>
            <a:r>
              <a:rPr lang="en-GB" dirty="0"/>
              <a:t> class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3703A52-7CD4-4B59-BFDF-5DBEE122031A}"/>
              </a:ext>
            </a:extLst>
          </p:cNvPr>
          <p:cNvCxnSpPr>
            <a:stCxn id="7" idx="1"/>
          </p:cNvCxnSpPr>
          <p:nvPr/>
        </p:nvCxnSpPr>
        <p:spPr>
          <a:xfrm flipH="1">
            <a:off x="5003800" y="3614738"/>
            <a:ext cx="782638" cy="46196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4929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Content Placeholder 2">
            <a:extLst>
              <a:ext uri="{FF2B5EF4-FFF2-40B4-BE49-F238E27FC236}">
                <a16:creationId xmlns:a16="http://schemas.microsoft.com/office/drawing/2014/main" id="{4FB2489D-948C-4D72-9B20-BB6AABEF09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Constructor is called when an object is created</a:t>
            </a:r>
          </a:p>
          <a:p>
            <a:pPr eaLnBrk="1" hangingPunct="1"/>
            <a:r>
              <a:rPr lang="en-GB" altLang="en-US"/>
              <a:t>Used to initialise new object</a:t>
            </a:r>
          </a:p>
          <a:p>
            <a:pPr eaLnBrk="1" hangingPunct="1"/>
            <a:r>
              <a:rPr lang="en-GB" altLang="en-US"/>
              <a:t>Constructor has same name as class</a:t>
            </a:r>
          </a:p>
          <a:p>
            <a:pPr eaLnBrk="1" hangingPunct="1"/>
            <a:r>
              <a:rPr lang="en-GB" altLang="en-US"/>
              <a:t>Can specify parameters for constructor</a:t>
            </a:r>
          </a:p>
          <a:p>
            <a:pPr eaLnBrk="1" hangingPunct="1"/>
            <a:r>
              <a:rPr lang="en-GB" altLang="en-US"/>
              <a:t>Can have multiple constructors with different parameter lists (overloading)</a:t>
            </a:r>
          </a:p>
          <a:p>
            <a:pPr lvl="1" eaLnBrk="1" hangingPunct="1"/>
            <a:r>
              <a:rPr lang="en-GB" altLang="en-US"/>
              <a:t>Allows objects to be initialised in different ways</a:t>
            </a:r>
          </a:p>
        </p:txBody>
      </p:sp>
      <p:sp>
        <p:nvSpPr>
          <p:cNvPr id="24579" name="Footer Placeholder 3">
            <a:extLst>
              <a:ext uri="{FF2B5EF4-FFF2-40B4-BE49-F238E27FC236}">
                <a16:creationId xmlns:a16="http://schemas.microsoft.com/office/drawing/2014/main" id="{607EDF0C-C0D3-4D7F-B8CC-F0FA2F138D5B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3990975" y="6249988"/>
            <a:ext cx="11620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70C0"/>
                </a:solidFill>
                <a:latin typeface="Calibri" panose="020F0502020204030204" pitchFamily="34" charset="0"/>
              </a:rPr>
              <a:t>Creating C# classes</a:t>
            </a:r>
          </a:p>
          <a:p>
            <a:pPr eaLnBrk="1" hangingPunct="1"/>
            <a:fld id="{9B9DAE4B-CC0A-4284-8E9C-2AFF7EEEE3AE}" type="slidenum">
              <a:rPr lang="en-US" altLang="en-US">
                <a:solidFill>
                  <a:srgbClr val="0070C0"/>
                </a:solidFill>
                <a:latin typeface="Calibri" panose="020F0502020204030204" pitchFamily="34" charset="0"/>
              </a:rPr>
              <a:pPr eaLnBrk="1" hangingPunct="1"/>
              <a:t>60</a:t>
            </a:fld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  <a:p>
            <a:pPr eaLnBrk="1" hangingPunct="1"/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24580" name="Title 1">
            <a:extLst>
              <a:ext uri="{FF2B5EF4-FFF2-40B4-BE49-F238E27FC236}">
                <a16:creationId xmlns:a16="http://schemas.microsoft.com/office/drawing/2014/main" id="{B95D70E9-A40E-483F-9299-256644A46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Constructors</a:t>
            </a:r>
          </a:p>
        </p:txBody>
      </p:sp>
    </p:spTree>
    <p:extLst>
      <p:ext uri="{BB962C8B-B14F-4D97-AF65-F5344CB8AC3E}">
        <p14:creationId xmlns:p14="http://schemas.microsoft.com/office/powerpoint/2010/main" val="351924868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Content Placeholder 2">
            <a:extLst>
              <a:ext uri="{FF2B5EF4-FFF2-40B4-BE49-F238E27FC236}">
                <a16:creationId xmlns:a16="http://schemas.microsoft.com/office/drawing/2014/main" id="{25F0BB37-A666-451A-8250-EFF16F63EA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Default constructor </a:t>
            </a:r>
          </a:p>
          <a:p>
            <a:pPr lvl="1" eaLnBrk="1" hangingPunct="1"/>
            <a:r>
              <a:rPr lang="en-GB" altLang="en-US"/>
              <a:t>No parameters</a:t>
            </a:r>
          </a:p>
          <a:p>
            <a:pPr lvl="1" eaLnBrk="1" hangingPunct="1"/>
            <a:r>
              <a:rPr lang="en-GB" altLang="en-US"/>
              <a:t>Implicit if no constructors defined</a:t>
            </a:r>
          </a:p>
          <a:p>
            <a:pPr eaLnBrk="1" hangingPunct="1"/>
            <a:r>
              <a:rPr lang="en-GB" altLang="en-US"/>
              <a:t>Creating objects</a:t>
            </a:r>
          </a:p>
          <a:p>
            <a:pPr eaLnBrk="1" hangingPunct="1"/>
            <a:r>
              <a:rPr lang="en-GB" altLang="en-US"/>
              <a:t>Use </a:t>
            </a:r>
            <a:r>
              <a:rPr lang="en-GB" altLang="en-US" b="1"/>
              <a:t>new</a:t>
            </a:r>
            <a:r>
              <a:rPr lang="en-GB" altLang="en-US"/>
              <a:t> keyword</a:t>
            </a:r>
          </a:p>
          <a:p>
            <a:pPr lvl="1" eaLnBrk="1" hangingPunct="1"/>
            <a:r>
              <a:rPr lang="en-GB" altLang="en-US"/>
              <a:t>Constructor selected according to parameters supplied</a:t>
            </a:r>
          </a:p>
          <a:p>
            <a:pPr lvl="1" eaLnBrk="1" hangingPunct="1"/>
            <a:r>
              <a:rPr lang="en-GB" altLang="en-US"/>
              <a:t>Compiler error if no matching constructor found</a:t>
            </a:r>
          </a:p>
        </p:txBody>
      </p:sp>
      <p:sp>
        <p:nvSpPr>
          <p:cNvPr id="25603" name="Footer Placeholder 3">
            <a:extLst>
              <a:ext uri="{FF2B5EF4-FFF2-40B4-BE49-F238E27FC236}">
                <a16:creationId xmlns:a16="http://schemas.microsoft.com/office/drawing/2014/main" id="{E777EE94-00BD-4D54-BEC1-3575B2F82313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3990975" y="6249988"/>
            <a:ext cx="11620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70C0"/>
                </a:solidFill>
                <a:latin typeface="Calibri" panose="020F0502020204030204" pitchFamily="34" charset="0"/>
              </a:rPr>
              <a:t>Creating C# classes</a:t>
            </a:r>
          </a:p>
          <a:p>
            <a:pPr eaLnBrk="1" hangingPunct="1"/>
            <a:fld id="{C0FABDB5-C5E4-4B67-BA39-24D1C14D11AB}" type="slidenum">
              <a:rPr lang="en-US" altLang="en-US">
                <a:solidFill>
                  <a:srgbClr val="0070C0"/>
                </a:solidFill>
                <a:latin typeface="Calibri" panose="020F0502020204030204" pitchFamily="34" charset="0"/>
              </a:rPr>
              <a:pPr eaLnBrk="1" hangingPunct="1"/>
              <a:t>61</a:t>
            </a:fld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  <a:p>
            <a:pPr eaLnBrk="1" hangingPunct="1"/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25604" name="Title 1">
            <a:extLst>
              <a:ext uri="{FF2B5EF4-FFF2-40B4-BE49-F238E27FC236}">
                <a16:creationId xmlns:a16="http://schemas.microsoft.com/office/drawing/2014/main" id="{A5806486-CA9F-420D-A46A-571DDA352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Constructors	</a:t>
            </a:r>
          </a:p>
        </p:txBody>
      </p:sp>
    </p:spTree>
    <p:extLst>
      <p:ext uri="{BB962C8B-B14F-4D97-AF65-F5344CB8AC3E}">
        <p14:creationId xmlns:p14="http://schemas.microsoft.com/office/powerpoint/2010/main" val="61803217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Footer Placeholder 3">
            <a:extLst>
              <a:ext uri="{FF2B5EF4-FFF2-40B4-BE49-F238E27FC236}">
                <a16:creationId xmlns:a16="http://schemas.microsoft.com/office/drawing/2014/main" id="{914C3595-92AB-43D5-B006-2942DF87F300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3990975" y="6249988"/>
            <a:ext cx="11620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70C0"/>
                </a:solidFill>
                <a:latin typeface="Calibri" panose="020F0502020204030204" pitchFamily="34" charset="0"/>
              </a:rPr>
              <a:t>Creating C# classes</a:t>
            </a:r>
          </a:p>
          <a:p>
            <a:pPr eaLnBrk="1" hangingPunct="1"/>
            <a:fld id="{FB864ED4-91C5-4AFA-8AEE-D7D409B0FC60}" type="slidenum">
              <a:rPr lang="en-US" altLang="en-US">
                <a:solidFill>
                  <a:srgbClr val="0070C0"/>
                </a:solidFill>
                <a:latin typeface="Calibri" panose="020F0502020204030204" pitchFamily="34" charset="0"/>
              </a:rPr>
              <a:pPr eaLnBrk="1" hangingPunct="1"/>
              <a:t>62</a:t>
            </a:fld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  <a:p>
            <a:pPr eaLnBrk="1" hangingPunct="1"/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26627" name="Title 1">
            <a:extLst>
              <a:ext uri="{FF2B5EF4-FFF2-40B4-BE49-F238E27FC236}">
                <a16:creationId xmlns:a16="http://schemas.microsoft.com/office/drawing/2014/main" id="{68D4F7D5-18FC-4F6E-83A4-93DDDE60F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Constructors</a:t>
            </a:r>
          </a:p>
        </p:txBody>
      </p:sp>
      <p:pic>
        <p:nvPicPr>
          <p:cNvPr id="65538" name="Picture 2">
            <a:extLst>
              <a:ext uri="{FF2B5EF4-FFF2-40B4-BE49-F238E27FC236}">
                <a16:creationId xmlns:a16="http://schemas.microsoft.com/office/drawing/2014/main" id="{A2DDE46F-6451-4BF9-93EB-F9988DFBD2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35150" y="1298575"/>
            <a:ext cx="5838825" cy="1914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5539" name="Picture 3">
            <a:extLst>
              <a:ext uri="{FF2B5EF4-FFF2-40B4-BE49-F238E27FC236}">
                <a16:creationId xmlns:a16="http://schemas.microsoft.com/office/drawing/2014/main" id="{34ED64F2-EC4E-4BD1-9D21-9B7DFA06CF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55800" y="4724400"/>
            <a:ext cx="4200525" cy="16383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6630" name="Picture 4">
            <a:extLst>
              <a:ext uri="{FF2B5EF4-FFF2-40B4-BE49-F238E27FC236}">
                <a16:creationId xmlns:a16="http://schemas.microsoft.com/office/drawing/2014/main" id="{0BCAD03F-A372-4E21-B7ED-C9E021DB82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313" y="3500438"/>
            <a:ext cx="8132762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Up Arrow 7">
            <a:extLst>
              <a:ext uri="{FF2B5EF4-FFF2-40B4-BE49-F238E27FC236}">
                <a16:creationId xmlns:a16="http://schemas.microsoft.com/office/drawing/2014/main" id="{40E1237E-D8E7-4FAA-ACA8-76BE9578D29E}"/>
              </a:ext>
            </a:extLst>
          </p:cNvPr>
          <p:cNvSpPr/>
          <p:nvPr/>
        </p:nvSpPr>
        <p:spPr>
          <a:xfrm>
            <a:off x="4214813" y="3068638"/>
            <a:ext cx="285750" cy="428625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9" name="Up Arrow 8">
            <a:extLst>
              <a:ext uri="{FF2B5EF4-FFF2-40B4-BE49-F238E27FC236}">
                <a16:creationId xmlns:a16="http://schemas.microsoft.com/office/drawing/2014/main" id="{156B7443-6F90-4836-8932-C748DBA34470}"/>
              </a:ext>
            </a:extLst>
          </p:cNvPr>
          <p:cNvSpPr/>
          <p:nvPr/>
        </p:nvSpPr>
        <p:spPr>
          <a:xfrm flipV="1">
            <a:off x="3714750" y="4214813"/>
            <a:ext cx="285750" cy="428625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22723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Content Placeholder 2">
            <a:extLst>
              <a:ext uri="{FF2B5EF4-FFF2-40B4-BE49-F238E27FC236}">
                <a16:creationId xmlns:a16="http://schemas.microsoft.com/office/drawing/2014/main" id="{DF22CF82-ADFA-49DB-A400-624057BB93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113" y="2060575"/>
            <a:ext cx="7408862" cy="3451225"/>
          </a:xfrm>
        </p:spPr>
        <p:txBody>
          <a:bodyPr rtlCol="0">
            <a:normAutofit lnSpcReduction="10000"/>
          </a:bodyPr>
          <a:lstStyle/>
          <a:p>
            <a:pPr marL="274320" indent="-274320" eaLnBrk="1" fontAlgn="auto" hangingPunct="1">
              <a:spcAft>
                <a:spcPts val="0"/>
              </a:spcAft>
              <a:defRPr/>
            </a:pPr>
            <a:r>
              <a:rPr lang="en-GB" dirty="0"/>
              <a:t>A method defines a single action which an object can perform</a:t>
            </a:r>
          </a:p>
          <a:p>
            <a:pPr marL="274320" indent="-274320" eaLnBrk="1" fontAlgn="auto" hangingPunct="1">
              <a:spcAft>
                <a:spcPts val="0"/>
              </a:spcAft>
              <a:defRPr/>
            </a:pPr>
            <a:r>
              <a:rPr lang="en-GB" dirty="0"/>
              <a:t>Method can return a value</a:t>
            </a:r>
          </a:p>
          <a:p>
            <a:pPr marL="274320" indent="-274320" eaLnBrk="1" fontAlgn="auto" hangingPunct="1">
              <a:spcAft>
                <a:spcPts val="0"/>
              </a:spcAft>
              <a:defRPr/>
            </a:pPr>
            <a:r>
              <a:rPr lang="en-GB" dirty="0"/>
              <a:t>Method may need information (parameters)</a:t>
            </a:r>
          </a:p>
          <a:p>
            <a:pPr marL="274320" indent="-274320" eaLnBrk="1" fontAlgn="auto" hangingPunct="1">
              <a:spcAft>
                <a:spcPts val="0"/>
              </a:spcAft>
              <a:defRPr/>
            </a:pPr>
            <a:r>
              <a:rPr lang="en-GB" i="1" dirty="0"/>
              <a:t>Signature</a:t>
            </a:r>
            <a:r>
              <a:rPr lang="en-GB" dirty="0"/>
              <a:t> is </a:t>
            </a:r>
            <a:r>
              <a:rPr lang="en-GB" b="1" dirty="0"/>
              <a:t>method name </a:t>
            </a:r>
            <a:r>
              <a:rPr lang="en-GB" dirty="0"/>
              <a:t>+ </a:t>
            </a:r>
            <a:r>
              <a:rPr lang="en-GB" b="1" dirty="0"/>
              <a:t>return type </a:t>
            </a:r>
            <a:r>
              <a:rPr lang="en-GB" dirty="0"/>
              <a:t>+ </a:t>
            </a:r>
            <a:r>
              <a:rPr lang="en-GB" b="1" dirty="0"/>
              <a:t>parameter types</a:t>
            </a:r>
          </a:p>
          <a:p>
            <a:pPr marL="274320" indent="-274320" eaLnBrk="1" fontAlgn="auto" hangingPunct="1">
              <a:spcAft>
                <a:spcPts val="0"/>
              </a:spcAft>
              <a:defRPr/>
            </a:pPr>
            <a:r>
              <a:rPr lang="en-GB" dirty="0"/>
              <a:t>Can have methods in a class with same name but different signatures - overloading</a:t>
            </a:r>
          </a:p>
          <a:p>
            <a:pPr marL="274320" indent="-274320" eaLnBrk="1" fontAlgn="auto" hangingPunct="1">
              <a:spcAft>
                <a:spcPts val="0"/>
              </a:spcAft>
              <a:defRPr/>
            </a:pPr>
            <a:r>
              <a:rPr lang="en-GB" dirty="0"/>
              <a:t>Code to perform action defined in code block</a:t>
            </a:r>
          </a:p>
        </p:txBody>
      </p:sp>
      <p:sp>
        <p:nvSpPr>
          <p:cNvPr id="27651" name="Footer Placeholder 3">
            <a:extLst>
              <a:ext uri="{FF2B5EF4-FFF2-40B4-BE49-F238E27FC236}">
                <a16:creationId xmlns:a16="http://schemas.microsoft.com/office/drawing/2014/main" id="{FE5AB3FF-B8F6-4C1C-A225-538AE70AABA2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3990975" y="6249988"/>
            <a:ext cx="11620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70C0"/>
                </a:solidFill>
                <a:latin typeface="Calibri" panose="020F0502020204030204" pitchFamily="34" charset="0"/>
              </a:rPr>
              <a:t>Creating C# classes</a:t>
            </a:r>
          </a:p>
          <a:p>
            <a:pPr eaLnBrk="1" hangingPunct="1"/>
            <a:fld id="{B7BBB777-5F39-40FA-8423-24B1BF2E43E5}" type="slidenum">
              <a:rPr lang="en-US" altLang="en-US">
                <a:solidFill>
                  <a:srgbClr val="0070C0"/>
                </a:solidFill>
                <a:latin typeface="Calibri" panose="020F0502020204030204" pitchFamily="34" charset="0"/>
              </a:rPr>
              <a:pPr eaLnBrk="1" hangingPunct="1"/>
              <a:t>63</a:t>
            </a:fld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  <a:p>
            <a:pPr eaLnBrk="1" hangingPunct="1"/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27652" name="Title 1">
            <a:extLst>
              <a:ext uri="{FF2B5EF4-FFF2-40B4-BE49-F238E27FC236}">
                <a16:creationId xmlns:a16="http://schemas.microsoft.com/office/drawing/2014/main" id="{BC9D5AEE-C6F2-4A32-BC5B-82B948EED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Methods</a:t>
            </a:r>
          </a:p>
        </p:txBody>
      </p:sp>
    </p:spTree>
    <p:extLst>
      <p:ext uri="{BB962C8B-B14F-4D97-AF65-F5344CB8AC3E}">
        <p14:creationId xmlns:p14="http://schemas.microsoft.com/office/powerpoint/2010/main" val="53902279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Content Placeholder 2">
            <a:extLst>
              <a:ext uri="{FF2B5EF4-FFF2-40B4-BE49-F238E27FC236}">
                <a16:creationId xmlns:a16="http://schemas.microsoft.com/office/drawing/2014/main" id="{B951388A-609D-4499-B2F5-3FB9B724C6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088" y="2133600"/>
            <a:ext cx="7408862" cy="3451225"/>
          </a:xfrm>
        </p:spPr>
        <p:txBody>
          <a:bodyPr rtlCol="0">
            <a:normAutofit lnSpcReduction="10000"/>
          </a:bodyPr>
          <a:lstStyle/>
          <a:p>
            <a:pPr marL="274320" indent="-274320" eaLnBrk="1" fontAlgn="auto" hangingPunct="1">
              <a:spcAft>
                <a:spcPts val="0"/>
              </a:spcAft>
              <a:defRPr/>
            </a:pPr>
            <a:r>
              <a:rPr lang="en-GB" dirty="0"/>
              <a:t>Good object oriented design aims for high cohesion</a:t>
            </a:r>
          </a:p>
          <a:p>
            <a:pPr lvl="1" indent="-274320" eaLnBrk="1" fontAlgn="auto" hangingPunct="1">
              <a:spcAft>
                <a:spcPts val="0"/>
              </a:spcAft>
              <a:defRPr/>
            </a:pPr>
            <a:r>
              <a:rPr lang="en-GB" dirty="0"/>
              <a:t>Each method should perform a single task</a:t>
            </a:r>
          </a:p>
          <a:p>
            <a:pPr lvl="1" indent="-274320" eaLnBrk="1" fontAlgn="auto" hangingPunct="1">
              <a:spcAft>
                <a:spcPts val="0"/>
              </a:spcAft>
              <a:defRPr/>
            </a:pPr>
            <a:r>
              <a:rPr lang="en-GB" dirty="0"/>
              <a:t>Name of method should describe what the task is</a:t>
            </a:r>
          </a:p>
          <a:p>
            <a:pPr lvl="1" indent="-274320" eaLnBrk="1" fontAlgn="auto" hangingPunct="1">
              <a:spcAft>
                <a:spcPts val="0"/>
              </a:spcAft>
              <a:defRPr/>
            </a:pPr>
            <a:r>
              <a:rPr lang="en-GB" dirty="0"/>
              <a:t>A method should perform a task related to the class it is in</a:t>
            </a:r>
          </a:p>
          <a:p>
            <a:pPr marL="274320" indent="-274320" eaLnBrk="1" fontAlgn="auto" hangingPunct="1">
              <a:spcAft>
                <a:spcPts val="0"/>
              </a:spcAft>
              <a:defRPr/>
            </a:pPr>
            <a:r>
              <a:rPr lang="en-GB" dirty="0"/>
              <a:t>As a result, methods often contain relatively short segments of code</a:t>
            </a:r>
          </a:p>
          <a:p>
            <a:pPr marL="274320" indent="-274320" eaLnBrk="1" fontAlgn="auto" hangingPunct="1">
              <a:spcAft>
                <a:spcPts val="0"/>
              </a:spcAft>
              <a:defRPr/>
            </a:pPr>
            <a:r>
              <a:rPr lang="en-GB" dirty="0"/>
              <a:t>Can be as short as a single statement, or can contain a more complex algorithm</a:t>
            </a:r>
          </a:p>
          <a:p>
            <a:pPr marL="274320" indent="-274320" eaLnBrk="1" fontAlgn="auto" hangingPunct="1">
              <a:spcAft>
                <a:spcPts val="0"/>
              </a:spcAft>
              <a:defRPr/>
            </a:pPr>
            <a:endParaRPr lang="en-GB" dirty="0"/>
          </a:p>
        </p:txBody>
      </p:sp>
      <p:sp>
        <p:nvSpPr>
          <p:cNvPr id="28675" name="Footer Placeholder 3">
            <a:extLst>
              <a:ext uri="{FF2B5EF4-FFF2-40B4-BE49-F238E27FC236}">
                <a16:creationId xmlns:a16="http://schemas.microsoft.com/office/drawing/2014/main" id="{1912D8BD-7B33-41EC-AA9D-810CDE9CE369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3990975" y="6249988"/>
            <a:ext cx="11620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70C0"/>
                </a:solidFill>
                <a:latin typeface="Calibri" panose="020F0502020204030204" pitchFamily="34" charset="0"/>
              </a:rPr>
              <a:t>Creating C# classes</a:t>
            </a:r>
          </a:p>
          <a:p>
            <a:pPr eaLnBrk="1" hangingPunct="1"/>
            <a:fld id="{452D733D-FB11-4037-A924-2592C4256287}" type="slidenum">
              <a:rPr lang="en-US" altLang="en-US">
                <a:solidFill>
                  <a:srgbClr val="0070C0"/>
                </a:solidFill>
                <a:latin typeface="Calibri" panose="020F0502020204030204" pitchFamily="34" charset="0"/>
              </a:rPr>
              <a:pPr eaLnBrk="1" hangingPunct="1"/>
              <a:t>64</a:t>
            </a:fld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  <a:p>
            <a:pPr eaLnBrk="1" hangingPunct="1"/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28676" name="Title 1">
            <a:extLst>
              <a:ext uri="{FF2B5EF4-FFF2-40B4-BE49-F238E27FC236}">
                <a16:creationId xmlns:a16="http://schemas.microsoft.com/office/drawing/2014/main" id="{A1885A42-7128-429D-BD4D-00A8E514A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Cohesion of methods</a:t>
            </a:r>
          </a:p>
        </p:txBody>
      </p:sp>
    </p:spTree>
    <p:extLst>
      <p:ext uri="{BB962C8B-B14F-4D97-AF65-F5344CB8AC3E}">
        <p14:creationId xmlns:p14="http://schemas.microsoft.com/office/powerpoint/2010/main" val="154030210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Content Placeholder 2">
            <a:extLst>
              <a:ext uri="{FF2B5EF4-FFF2-40B4-BE49-F238E27FC236}">
                <a16:creationId xmlns:a16="http://schemas.microsoft.com/office/drawing/2014/main" id="{EBB18A0D-045B-46C7-9D16-CEC741D9EF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113" y="2133600"/>
            <a:ext cx="7408862" cy="3451225"/>
          </a:xfrm>
        </p:spPr>
        <p:txBody>
          <a:bodyPr/>
          <a:lstStyle/>
          <a:p>
            <a:pPr eaLnBrk="1" hangingPunct="1"/>
            <a:r>
              <a:rPr lang="en-GB" altLang="en-US"/>
              <a:t>To write a method you need to devise an algorithm to solve the problem</a:t>
            </a:r>
          </a:p>
          <a:p>
            <a:pPr eaLnBrk="1" hangingPunct="1"/>
            <a:r>
              <a:rPr lang="en-GB" altLang="en-US"/>
              <a:t>Set of instructions for carrying out the method’s task</a:t>
            </a:r>
          </a:p>
          <a:p>
            <a:pPr eaLnBrk="1" hangingPunct="1"/>
            <a:r>
              <a:rPr lang="en-GB" altLang="en-US"/>
              <a:t>Construct from:</a:t>
            </a:r>
          </a:p>
          <a:p>
            <a:pPr lvl="1" eaLnBrk="1" hangingPunct="1"/>
            <a:r>
              <a:rPr lang="en-GB" altLang="en-US"/>
              <a:t>Sequence – individual statements, in order</a:t>
            </a:r>
          </a:p>
          <a:p>
            <a:pPr lvl="1" eaLnBrk="1" hangingPunct="1"/>
            <a:r>
              <a:rPr lang="en-GB" altLang="en-US"/>
              <a:t>Selection</a:t>
            </a:r>
            <a:endParaRPr lang="en-GB" altLang="en-US" b="1"/>
          </a:p>
          <a:p>
            <a:pPr lvl="1" eaLnBrk="1" hangingPunct="1"/>
            <a:r>
              <a:rPr lang="en-GB" altLang="en-US"/>
              <a:t>Iteration</a:t>
            </a:r>
          </a:p>
          <a:p>
            <a:pPr eaLnBrk="1" hangingPunct="1"/>
            <a:endParaRPr lang="en-GB" altLang="en-US"/>
          </a:p>
        </p:txBody>
      </p:sp>
      <p:sp>
        <p:nvSpPr>
          <p:cNvPr id="29699" name="Footer Placeholder 3">
            <a:extLst>
              <a:ext uri="{FF2B5EF4-FFF2-40B4-BE49-F238E27FC236}">
                <a16:creationId xmlns:a16="http://schemas.microsoft.com/office/drawing/2014/main" id="{1CBB37B9-43AE-45E7-981C-17345E8CF0BB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3990975" y="6249988"/>
            <a:ext cx="11620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70C0"/>
                </a:solidFill>
                <a:latin typeface="Calibri" panose="020F0502020204030204" pitchFamily="34" charset="0"/>
              </a:rPr>
              <a:t>Creating C# classes</a:t>
            </a:r>
          </a:p>
          <a:p>
            <a:pPr eaLnBrk="1" hangingPunct="1"/>
            <a:fld id="{78458700-A2F4-4339-891F-5707B3429659}" type="slidenum">
              <a:rPr lang="en-US" altLang="en-US">
                <a:solidFill>
                  <a:srgbClr val="0070C0"/>
                </a:solidFill>
                <a:latin typeface="Calibri" panose="020F0502020204030204" pitchFamily="34" charset="0"/>
              </a:rPr>
              <a:pPr eaLnBrk="1" hangingPunct="1"/>
              <a:t>65</a:t>
            </a:fld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  <a:p>
            <a:pPr eaLnBrk="1" hangingPunct="1"/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29700" name="Title 1">
            <a:extLst>
              <a:ext uri="{FF2B5EF4-FFF2-40B4-BE49-F238E27FC236}">
                <a16:creationId xmlns:a16="http://schemas.microsoft.com/office/drawing/2014/main" id="{D84BE1B0-868F-4B89-BE3D-F498AEF2A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Algorithms</a:t>
            </a:r>
          </a:p>
        </p:txBody>
      </p:sp>
    </p:spTree>
    <p:extLst>
      <p:ext uri="{BB962C8B-B14F-4D97-AF65-F5344CB8AC3E}">
        <p14:creationId xmlns:p14="http://schemas.microsoft.com/office/powerpoint/2010/main" val="382898098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Content Placeholder 2">
            <a:extLst>
              <a:ext uri="{FF2B5EF4-FFF2-40B4-BE49-F238E27FC236}">
                <a16:creationId xmlns:a16="http://schemas.microsoft.com/office/drawing/2014/main" id="{915E7078-538A-4331-B177-C9AD115A04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Useful programming constructs which may be needed within class methods</a:t>
            </a:r>
          </a:p>
          <a:p>
            <a:pPr eaLnBrk="1" hangingPunct="1"/>
            <a:r>
              <a:rPr lang="en-GB" altLang="en-US"/>
              <a:t>Selection</a:t>
            </a:r>
          </a:p>
          <a:p>
            <a:pPr lvl="1" eaLnBrk="1" hangingPunct="1"/>
            <a:r>
              <a:rPr lang="en-GB" altLang="en-US"/>
              <a:t>Choosing from two or more actions to take based on the value of a variable</a:t>
            </a:r>
          </a:p>
          <a:p>
            <a:pPr eaLnBrk="1" hangingPunct="1"/>
            <a:r>
              <a:rPr lang="en-GB" altLang="en-US"/>
              <a:t>Iteration</a:t>
            </a:r>
          </a:p>
          <a:p>
            <a:pPr lvl="1" eaLnBrk="1" hangingPunct="1"/>
            <a:r>
              <a:rPr lang="en-GB" altLang="en-US"/>
              <a:t>Repeating actions </a:t>
            </a:r>
          </a:p>
          <a:p>
            <a:pPr lvl="1" eaLnBrk="1" hangingPunct="1"/>
            <a:r>
              <a:rPr lang="en-GB" altLang="en-US"/>
              <a:t>Loops</a:t>
            </a:r>
          </a:p>
        </p:txBody>
      </p:sp>
      <p:sp>
        <p:nvSpPr>
          <p:cNvPr id="30723" name="Footer Placeholder 3">
            <a:extLst>
              <a:ext uri="{FF2B5EF4-FFF2-40B4-BE49-F238E27FC236}">
                <a16:creationId xmlns:a16="http://schemas.microsoft.com/office/drawing/2014/main" id="{DB0F4522-2FD2-4171-BAC8-3F35D7BB807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3990975" y="6249988"/>
            <a:ext cx="11620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70C0"/>
                </a:solidFill>
                <a:latin typeface="Calibri" panose="020F0502020204030204" pitchFamily="34" charset="0"/>
              </a:rPr>
              <a:t>Creating C# classes</a:t>
            </a:r>
          </a:p>
          <a:p>
            <a:pPr eaLnBrk="1" hangingPunct="1"/>
            <a:fld id="{A8036E5E-1F36-4DF0-A64F-ADF53246E4E5}" type="slidenum">
              <a:rPr lang="en-US" altLang="en-US">
                <a:solidFill>
                  <a:srgbClr val="0070C0"/>
                </a:solidFill>
                <a:latin typeface="Calibri" panose="020F0502020204030204" pitchFamily="34" charset="0"/>
              </a:rPr>
              <a:pPr eaLnBrk="1" hangingPunct="1"/>
              <a:t>66</a:t>
            </a:fld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  <a:p>
            <a:pPr eaLnBrk="1" hangingPunct="1"/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30724" name="Title 1">
            <a:extLst>
              <a:ext uri="{FF2B5EF4-FFF2-40B4-BE49-F238E27FC236}">
                <a16:creationId xmlns:a16="http://schemas.microsoft.com/office/drawing/2014/main" id="{234AF443-9DBA-4336-B1EF-9DFC8C735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Selection and iteration</a:t>
            </a:r>
          </a:p>
        </p:txBody>
      </p:sp>
    </p:spTree>
    <p:extLst>
      <p:ext uri="{BB962C8B-B14F-4D97-AF65-F5344CB8AC3E}">
        <p14:creationId xmlns:p14="http://schemas.microsoft.com/office/powerpoint/2010/main" val="16340064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Footer Placeholder 3">
            <a:extLst>
              <a:ext uri="{FF2B5EF4-FFF2-40B4-BE49-F238E27FC236}">
                <a16:creationId xmlns:a16="http://schemas.microsoft.com/office/drawing/2014/main" id="{1A083D12-EA50-41C3-8C81-FFABDDD7FEFF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3990975" y="6249988"/>
            <a:ext cx="11620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70C0"/>
                </a:solidFill>
                <a:latin typeface="Calibri" panose="020F0502020204030204" pitchFamily="34" charset="0"/>
              </a:rPr>
              <a:t>Creating C# classes</a:t>
            </a:r>
          </a:p>
          <a:p>
            <a:pPr eaLnBrk="1" hangingPunct="1"/>
            <a:fld id="{E6F53934-ED80-4D59-9C6C-9F378BDC54B2}" type="slidenum">
              <a:rPr lang="en-US" altLang="en-US">
                <a:solidFill>
                  <a:srgbClr val="0070C0"/>
                </a:solidFill>
                <a:latin typeface="Calibri" panose="020F0502020204030204" pitchFamily="34" charset="0"/>
              </a:rPr>
              <a:pPr eaLnBrk="1" hangingPunct="1"/>
              <a:t>67</a:t>
            </a:fld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  <a:p>
            <a:pPr eaLnBrk="1" hangingPunct="1"/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31747" name="Title 1">
            <a:extLst>
              <a:ext uri="{FF2B5EF4-FFF2-40B4-BE49-F238E27FC236}">
                <a16:creationId xmlns:a16="http://schemas.microsoft.com/office/drawing/2014/main" id="{E22770B3-5528-497F-AF11-D1DADEDDD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Selection: if-else</a:t>
            </a:r>
          </a:p>
        </p:txBody>
      </p:sp>
      <p:pic>
        <p:nvPicPr>
          <p:cNvPr id="31748" name="Picture 2">
            <a:extLst>
              <a:ext uri="{FF2B5EF4-FFF2-40B4-BE49-F238E27FC236}">
                <a16:creationId xmlns:a16="http://schemas.microsoft.com/office/drawing/2014/main" id="{3E5CE19C-5BE0-48FD-AE68-EC33DDFF3F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557338"/>
            <a:ext cx="7713662" cy="444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4081908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Footer Placeholder 3">
            <a:extLst>
              <a:ext uri="{FF2B5EF4-FFF2-40B4-BE49-F238E27FC236}">
                <a16:creationId xmlns:a16="http://schemas.microsoft.com/office/drawing/2014/main" id="{7C9C814E-3B52-47A2-8D79-C68E941D4B8D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3990975" y="6249988"/>
            <a:ext cx="11620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70C0"/>
                </a:solidFill>
                <a:latin typeface="Calibri" panose="020F0502020204030204" pitchFamily="34" charset="0"/>
              </a:rPr>
              <a:t>Creating C# classes</a:t>
            </a:r>
          </a:p>
          <a:p>
            <a:pPr eaLnBrk="1" hangingPunct="1"/>
            <a:fld id="{9D5E1559-959C-44E7-85C9-D78540DDF4A2}" type="slidenum">
              <a:rPr lang="en-US" altLang="en-US">
                <a:solidFill>
                  <a:srgbClr val="0070C0"/>
                </a:solidFill>
                <a:latin typeface="Calibri" panose="020F0502020204030204" pitchFamily="34" charset="0"/>
              </a:rPr>
              <a:pPr eaLnBrk="1" hangingPunct="1"/>
              <a:t>68</a:t>
            </a:fld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  <a:p>
            <a:pPr eaLnBrk="1" hangingPunct="1"/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32771" name="Title 1">
            <a:extLst>
              <a:ext uri="{FF2B5EF4-FFF2-40B4-BE49-F238E27FC236}">
                <a16:creationId xmlns:a16="http://schemas.microsoft.com/office/drawing/2014/main" id="{20386D1C-C194-4A53-9181-D1853F61F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Selection: switch</a:t>
            </a:r>
          </a:p>
        </p:txBody>
      </p:sp>
      <p:pic>
        <p:nvPicPr>
          <p:cNvPr id="32772" name="Picture 5">
            <a:extLst>
              <a:ext uri="{FF2B5EF4-FFF2-40B4-BE49-F238E27FC236}">
                <a16:creationId xmlns:a16="http://schemas.microsoft.com/office/drawing/2014/main" id="{16370754-6CE3-4A89-A272-55BFDF4454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188" y="1557338"/>
            <a:ext cx="7742237" cy="462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8349862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Content Placeholder 2">
            <a:extLst>
              <a:ext uri="{FF2B5EF4-FFF2-40B4-BE49-F238E27FC236}">
                <a16:creationId xmlns:a16="http://schemas.microsoft.com/office/drawing/2014/main" id="{AF32E7FC-B56D-4E40-BAC5-F77D3B989C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b="1"/>
              <a:t>for</a:t>
            </a:r>
          </a:p>
          <a:p>
            <a:pPr eaLnBrk="1" hangingPunct="1"/>
            <a:endParaRPr lang="en-GB" altLang="en-US"/>
          </a:p>
          <a:p>
            <a:pPr eaLnBrk="1" hangingPunct="1"/>
            <a:endParaRPr lang="en-GB" altLang="en-US"/>
          </a:p>
          <a:p>
            <a:pPr eaLnBrk="1" hangingPunct="1"/>
            <a:r>
              <a:rPr lang="en-GB" altLang="en-US" b="1"/>
              <a:t>while</a:t>
            </a:r>
          </a:p>
          <a:p>
            <a:pPr eaLnBrk="1" hangingPunct="1"/>
            <a:endParaRPr lang="en-GB" altLang="en-US"/>
          </a:p>
          <a:p>
            <a:pPr eaLnBrk="1" hangingPunct="1"/>
            <a:endParaRPr lang="en-GB" altLang="en-US"/>
          </a:p>
          <a:p>
            <a:pPr eaLnBrk="1" hangingPunct="1"/>
            <a:endParaRPr lang="en-GB" altLang="en-US"/>
          </a:p>
          <a:p>
            <a:pPr eaLnBrk="1" hangingPunct="1"/>
            <a:r>
              <a:rPr lang="en-GB" altLang="en-US"/>
              <a:t>also have </a:t>
            </a:r>
            <a:r>
              <a:rPr lang="en-GB" altLang="en-US" b="1"/>
              <a:t>do-while</a:t>
            </a:r>
            <a:r>
              <a:rPr lang="en-GB" altLang="en-US"/>
              <a:t>, </a:t>
            </a:r>
            <a:r>
              <a:rPr lang="en-GB" altLang="en-US" b="1"/>
              <a:t>foreach-in</a:t>
            </a:r>
          </a:p>
        </p:txBody>
      </p:sp>
      <p:sp>
        <p:nvSpPr>
          <p:cNvPr id="33795" name="Footer Placeholder 3">
            <a:extLst>
              <a:ext uri="{FF2B5EF4-FFF2-40B4-BE49-F238E27FC236}">
                <a16:creationId xmlns:a16="http://schemas.microsoft.com/office/drawing/2014/main" id="{026E2361-01BC-4480-8930-9A02A3548173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3990975" y="6249988"/>
            <a:ext cx="11620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70C0"/>
                </a:solidFill>
                <a:latin typeface="Calibri" panose="020F0502020204030204" pitchFamily="34" charset="0"/>
              </a:rPr>
              <a:t>Creating C# classes</a:t>
            </a:r>
          </a:p>
          <a:p>
            <a:pPr eaLnBrk="1" hangingPunct="1"/>
            <a:fld id="{A348B506-7057-47DF-8948-8133E43FF734}" type="slidenum">
              <a:rPr lang="en-US" altLang="en-US">
                <a:solidFill>
                  <a:srgbClr val="0070C0"/>
                </a:solidFill>
                <a:latin typeface="Calibri" panose="020F0502020204030204" pitchFamily="34" charset="0"/>
              </a:rPr>
              <a:pPr eaLnBrk="1" hangingPunct="1"/>
              <a:t>69</a:t>
            </a:fld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  <a:p>
            <a:pPr eaLnBrk="1" hangingPunct="1"/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33796" name="Title 1">
            <a:extLst>
              <a:ext uri="{FF2B5EF4-FFF2-40B4-BE49-F238E27FC236}">
                <a16:creationId xmlns:a16="http://schemas.microsoft.com/office/drawing/2014/main" id="{1931AC7F-4280-42F2-8351-AE16B32D6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Iteration</a:t>
            </a:r>
          </a:p>
        </p:txBody>
      </p:sp>
      <p:pic>
        <p:nvPicPr>
          <p:cNvPr id="33797" name="Picture 2">
            <a:extLst>
              <a:ext uri="{FF2B5EF4-FFF2-40B4-BE49-F238E27FC236}">
                <a16:creationId xmlns:a16="http://schemas.microsoft.com/office/drawing/2014/main" id="{CE4E6271-4C0E-44DD-BD36-78E33CDC5A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513" y="2349500"/>
            <a:ext cx="3619500" cy="100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8" name="Picture 3">
            <a:extLst>
              <a:ext uri="{FF2B5EF4-FFF2-40B4-BE49-F238E27FC236}">
                <a16:creationId xmlns:a16="http://schemas.microsoft.com/office/drawing/2014/main" id="{5DE70A26-9804-4FD6-87B2-AAAD031850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513" y="3571875"/>
            <a:ext cx="6808787" cy="146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5893987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Content Placeholder 2">
            <a:extLst>
              <a:ext uri="{FF2B5EF4-FFF2-40B4-BE49-F238E27FC236}">
                <a16:creationId xmlns:a16="http://schemas.microsoft.com/office/drawing/2014/main" id="{16A1990A-FB6C-4CAC-873C-7712D22B51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088" y="1628775"/>
            <a:ext cx="7408862" cy="3451225"/>
          </a:xfrm>
        </p:spPr>
        <p:txBody>
          <a:bodyPr/>
          <a:lstStyle/>
          <a:p>
            <a:pPr eaLnBrk="1" hangingPunct="1"/>
            <a:r>
              <a:rPr lang="en-GB" altLang="en-US" dirty="0" err="1"/>
              <a:t>RecordOvertime</a:t>
            </a:r>
            <a:r>
              <a:rPr lang="en-GB" altLang="en-US" dirty="0"/>
              <a:t> method of Employee class returns no value – return type is </a:t>
            </a:r>
            <a:r>
              <a:rPr lang="en-GB" altLang="en-US" b="1" dirty="0"/>
              <a:t>void</a:t>
            </a:r>
          </a:p>
          <a:p>
            <a:pPr eaLnBrk="1" hangingPunct="1"/>
            <a:r>
              <a:rPr lang="en-GB" altLang="en-US" dirty="0"/>
              <a:t>Code for method includes an if-else construct</a:t>
            </a:r>
          </a:p>
          <a:p>
            <a:pPr eaLnBrk="1" hangingPunct="1"/>
            <a:endParaRPr lang="en-GB" altLang="en-US" dirty="0"/>
          </a:p>
        </p:txBody>
      </p:sp>
      <p:sp>
        <p:nvSpPr>
          <p:cNvPr id="34819" name="Footer Placeholder 3">
            <a:extLst>
              <a:ext uri="{FF2B5EF4-FFF2-40B4-BE49-F238E27FC236}">
                <a16:creationId xmlns:a16="http://schemas.microsoft.com/office/drawing/2014/main" id="{96FC08CF-06C8-43EF-BDB6-9C5F6B3572BC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3990975" y="6249988"/>
            <a:ext cx="11620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70C0"/>
                </a:solidFill>
                <a:latin typeface="Calibri" panose="020F0502020204030204" pitchFamily="34" charset="0"/>
              </a:rPr>
              <a:t>Creating C# classes</a:t>
            </a:r>
          </a:p>
          <a:p>
            <a:pPr eaLnBrk="1" hangingPunct="1"/>
            <a:fld id="{CD4BC5F3-213C-4908-B439-06B3C3356412}" type="slidenum">
              <a:rPr lang="en-US" altLang="en-US">
                <a:solidFill>
                  <a:srgbClr val="0070C0"/>
                </a:solidFill>
                <a:latin typeface="Calibri" panose="020F0502020204030204" pitchFamily="34" charset="0"/>
              </a:rPr>
              <a:pPr eaLnBrk="1" hangingPunct="1"/>
              <a:t>70</a:t>
            </a:fld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  <a:p>
            <a:pPr eaLnBrk="1" hangingPunct="1"/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34820" name="Title 1">
            <a:extLst>
              <a:ext uri="{FF2B5EF4-FFF2-40B4-BE49-F238E27FC236}">
                <a16:creationId xmlns:a16="http://schemas.microsoft.com/office/drawing/2014/main" id="{FE8014FC-5F50-4772-8B8F-B1CE7482A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Method example</a:t>
            </a:r>
          </a:p>
        </p:txBody>
      </p:sp>
      <p:pic>
        <p:nvPicPr>
          <p:cNvPr id="34821" name="Picture 3">
            <a:extLst>
              <a:ext uri="{FF2B5EF4-FFF2-40B4-BE49-F238E27FC236}">
                <a16:creationId xmlns:a16="http://schemas.microsoft.com/office/drawing/2014/main" id="{1BB73DBB-C5FE-46CD-8760-C7FEF3DDCF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2997200"/>
            <a:ext cx="7466012" cy="309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0758826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Content Placeholder 2">
            <a:extLst>
              <a:ext uri="{FF2B5EF4-FFF2-40B4-BE49-F238E27FC236}">
                <a16:creationId xmlns:a16="http://schemas.microsoft.com/office/drawing/2014/main" id="{4EB648D9-22B4-473D-B3B5-67792C447E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Call method by specifying method name and parameters</a:t>
            </a:r>
          </a:p>
          <a:p>
            <a:pPr eaLnBrk="1" hangingPunct="1"/>
            <a:endParaRPr lang="en-GB" altLang="en-US" dirty="0"/>
          </a:p>
          <a:p>
            <a:pPr eaLnBrk="1" hangingPunct="1"/>
            <a:r>
              <a:rPr lang="en-GB" altLang="en-US" dirty="0"/>
              <a:t>This sends a message to Employee object </a:t>
            </a:r>
            <a:r>
              <a:rPr lang="en-GB" altLang="en-US" i="1" dirty="0"/>
              <a:t>emp1</a:t>
            </a:r>
          </a:p>
          <a:p>
            <a:pPr eaLnBrk="1" hangingPunct="1"/>
            <a:r>
              <a:rPr lang="en-GB" altLang="en-US" dirty="0"/>
              <a:t>Note that code in </a:t>
            </a:r>
            <a:r>
              <a:rPr lang="en-GB" altLang="en-US" dirty="0" err="1"/>
              <a:t>RecordOvertime</a:t>
            </a:r>
            <a:r>
              <a:rPr lang="en-GB" altLang="en-US" dirty="0"/>
              <a:t> method of Employee sends message to </a:t>
            </a:r>
            <a:r>
              <a:rPr lang="en-GB" altLang="en-US" dirty="0" err="1"/>
              <a:t>TimeSheet</a:t>
            </a:r>
            <a:r>
              <a:rPr lang="en-GB" altLang="en-US" dirty="0"/>
              <a:t> object by calling its </a:t>
            </a:r>
            <a:r>
              <a:rPr lang="en-GB" altLang="en-US" dirty="0" err="1"/>
              <a:t>AddEntry</a:t>
            </a:r>
            <a:r>
              <a:rPr lang="en-GB" altLang="en-US" dirty="0"/>
              <a:t> method</a:t>
            </a:r>
          </a:p>
        </p:txBody>
      </p:sp>
      <p:sp>
        <p:nvSpPr>
          <p:cNvPr id="35843" name="Footer Placeholder 3">
            <a:extLst>
              <a:ext uri="{FF2B5EF4-FFF2-40B4-BE49-F238E27FC236}">
                <a16:creationId xmlns:a16="http://schemas.microsoft.com/office/drawing/2014/main" id="{7CDC788B-2C22-4C18-8CAA-AFE654F5D479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3990975" y="6249988"/>
            <a:ext cx="11620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70C0"/>
                </a:solidFill>
                <a:latin typeface="Calibri" panose="020F0502020204030204" pitchFamily="34" charset="0"/>
              </a:rPr>
              <a:t>Creating C# classes</a:t>
            </a:r>
          </a:p>
          <a:p>
            <a:pPr eaLnBrk="1" hangingPunct="1"/>
            <a:fld id="{241A5161-C9A1-402B-B3EB-4B0FBE644F45}" type="slidenum">
              <a:rPr lang="en-US" altLang="en-US">
                <a:solidFill>
                  <a:srgbClr val="0070C0"/>
                </a:solidFill>
                <a:latin typeface="Calibri" panose="020F0502020204030204" pitchFamily="34" charset="0"/>
              </a:rPr>
              <a:pPr eaLnBrk="1" hangingPunct="1"/>
              <a:t>71</a:t>
            </a:fld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  <a:p>
            <a:pPr eaLnBrk="1" hangingPunct="1"/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35844" name="Title 1">
            <a:extLst>
              <a:ext uri="{FF2B5EF4-FFF2-40B4-BE49-F238E27FC236}">
                <a16:creationId xmlns:a16="http://schemas.microsoft.com/office/drawing/2014/main" id="{F6A46B78-3CCF-4481-9380-2ECD8351D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Calling methods</a:t>
            </a:r>
          </a:p>
        </p:txBody>
      </p:sp>
      <p:pic>
        <p:nvPicPr>
          <p:cNvPr id="35845" name="Picture 2">
            <a:extLst>
              <a:ext uri="{FF2B5EF4-FFF2-40B4-BE49-F238E27FC236}">
                <a16:creationId xmlns:a16="http://schemas.microsoft.com/office/drawing/2014/main" id="{28DC785B-8D41-466D-83B6-6A58EF1F4A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75" y="3573463"/>
            <a:ext cx="4171950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9060716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Content Placeholder 2">
            <a:extLst>
              <a:ext uri="{FF2B5EF4-FFF2-40B4-BE49-F238E27FC236}">
                <a16:creationId xmlns:a16="http://schemas.microsoft.com/office/drawing/2014/main" id="{16C55900-5519-4457-B4DC-9972A9121A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Set value of variable to return value if method return type is not void</a:t>
            </a:r>
          </a:p>
          <a:p>
            <a:pPr eaLnBrk="1" hangingPunct="1"/>
            <a:r>
              <a:rPr lang="en-GB" altLang="en-US"/>
              <a:t>Example – calling Employee’s TotalOvertime method</a:t>
            </a:r>
          </a:p>
        </p:txBody>
      </p:sp>
      <p:sp>
        <p:nvSpPr>
          <p:cNvPr id="36867" name="Footer Placeholder 3">
            <a:extLst>
              <a:ext uri="{FF2B5EF4-FFF2-40B4-BE49-F238E27FC236}">
                <a16:creationId xmlns:a16="http://schemas.microsoft.com/office/drawing/2014/main" id="{0BFDBBFA-599F-4054-801C-141DBA53BB40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3990975" y="6249988"/>
            <a:ext cx="11620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70C0"/>
                </a:solidFill>
                <a:latin typeface="Calibri" panose="020F0502020204030204" pitchFamily="34" charset="0"/>
              </a:rPr>
              <a:t>Creating C# classes</a:t>
            </a:r>
          </a:p>
          <a:p>
            <a:pPr eaLnBrk="1" hangingPunct="1"/>
            <a:fld id="{49D19B7D-4BC5-421B-AA1E-12DBADC8AAB8}" type="slidenum">
              <a:rPr lang="en-US" altLang="en-US">
                <a:solidFill>
                  <a:srgbClr val="0070C0"/>
                </a:solidFill>
                <a:latin typeface="Calibri" panose="020F0502020204030204" pitchFamily="34" charset="0"/>
              </a:rPr>
              <a:pPr eaLnBrk="1" hangingPunct="1"/>
              <a:t>72</a:t>
            </a:fld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  <a:p>
            <a:pPr eaLnBrk="1" hangingPunct="1"/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36868" name="Title 1">
            <a:extLst>
              <a:ext uri="{FF2B5EF4-FFF2-40B4-BE49-F238E27FC236}">
                <a16:creationId xmlns:a16="http://schemas.microsoft.com/office/drawing/2014/main" id="{0867C823-2BFE-45B5-843C-5F6A75BC6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Calling methods</a:t>
            </a:r>
          </a:p>
        </p:txBody>
      </p:sp>
      <p:pic>
        <p:nvPicPr>
          <p:cNvPr id="36869" name="Picture 2">
            <a:extLst>
              <a:ext uri="{FF2B5EF4-FFF2-40B4-BE49-F238E27FC236}">
                <a16:creationId xmlns:a16="http://schemas.microsoft.com/office/drawing/2014/main" id="{50D8ABA9-F136-4658-A16D-3F9624A58D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3300" y="5462588"/>
            <a:ext cx="5743575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70" name="Picture 3">
            <a:extLst>
              <a:ext uri="{FF2B5EF4-FFF2-40B4-BE49-F238E27FC236}">
                <a16:creationId xmlns:a16="http://schemas.microsoft.com/office/drawing/2014/main" id="{CB1C2BDD-3A4D-47A9-8F73-643DF83AF5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3650" y="4149725"/>
            <a:ext cx="4924425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Down Arrow 6">
            <a:extLst>
              <a:ext uri="{FF2B5EF4-FFF2-40B4-BE49-F238E27FC236}">
                <a16:creationId xmlns:a16="http://schemas.microsoft.com/office/drawing/2014/main" id="{A99A60EE-F943-486A-9C4F-256D3BECB877}"/>
              </a:ext>
            </a:extLst>
          </p:cNvPr>
          <p:cNvSpPr/>
          <p:nvPr/>
        </p:nvSpPr>
        <p:spPr>
          <a:xfrm>
            <a:off x="4716463" y="4724400"/>
            <a:ext cx="428625" cy="50006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362788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Content Placeholder 2">
            <a:extLst>
              <a:ext uri="{FF2B5EF4-FFF2-40B4-BE49-F238E27FC236}">
                <a16:creationId xmlns:a16="http://schemas.microsoft.com/office/drawing/2014/main" id="{777E8676-956F-43B5-A782-6E1F10A3E0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113" y="2060575"/>
            <a:ext cx="7408862" cy="3451225"/>
          </a:xfrm>
        </p:spPr>
        <p:txBody>
          <a:bodyPr/>
          <a:lstStyle/>
          <a:p>
            <a:pPr eaLnBrk="1" hangingPunct="1"/>
            <a:r>
              <a:rPr lang="en-GB" altLang="en-US"/>
              <a:t>Class methods – don’t need to create an instance to use method</a:t>
            </a:r>
          </a:p>
          <a:p>
            <a:pPr eaLnBrk="1" hangingPunct="1"/>
            <a:r>
              <a:rPr lang="en-GB" altLang="en-US"/>
              <a:t>Example – IncreaseMaxEntriesBy method in TimeSheet class</a:t>
            </a:r>
          </a:p>
          <a:p>
            <a:pPr eaLnBrk="1" hangingPunct="1"/>
            <a:endParaRPr lang="en-GB" altLang="en-US"/>
          </a:p>
          <a:p>
            <a:pPr eaLnBrk="1" hangingPunct="1"/>
            <a:endParaRPr lang="en-GB" altLang="en-US"/>
          </a:p>
          <a:p>
            <a:pPr eaLnBrk="1" hangingPunct="1"/>
            <a:endParaRPr lang="en-GB" altLang="en-US"/>
          </a:p>
        </p:txBody>
      </p:sp>
      <p:sp>
        <p:nvSpPr>
          <p:cNvPr id="37891" name="Footer Placeholder 3">
            <a:extLst>
              <a:ext uri="{FF2B5EF4-FFF2-40B4-BE49-F238E27FC236}">
                <a16:creationId xmlns:a16="http://schemas.microsoft.com/office/drawing/2014/main" id="{27AB1351-D1F4-4013-BD07-54A1CB21E3D9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3990975" y="6249988"/>
            <a:ext cx="11620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70C0"/>
                </a:solidFill>
                <a:latin typeface="Calibri" panose="020F0502020204030204" pitchFamily="34" charset="0"/>
              </a:rPr>
              <a:t>Creating C# classes</a:t>
            </a:r>
          </a:p>
          <a:p>
            <a:pPr eaLnBrk="1" hangingPunct="1"/>
            <a:fld id="{D28B7F38-5849-42A8-8446-91FFE0110A88}" type="slidenum">
              <a:rPr lang="en-US" altLang="en-US">
                <a:solidFill>
                  <a:srgbClr val="0070C0"/>
                </a:solidFill>
                <a:latin typeface="Calibri" panose="020F0502020204030204" pitchFamily="34" charset="0"/>
              </a:rPr>
              <a:pPr eaLnBrk="1" hangingPunct="1"/>
              <a:t>73</a:t>
            </a:fld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  <a:p>
            <a:pPr eaLnBrk="1" hangingPunct="1"/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37892" name="Title 1">
            <a:extLst>
              <a:ext uri="{FF2B5EF4-FFF2-40B4-BE49-F238E27FC236}">
                <a16:creationId xmlns:a16="http://schemas.microsoft.com/office/drawing/2014/main" id="{5C55B81D-1BAA-4ED9-9DAA-425587FFD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Static methods</a:t>
            </a:r>
          </a:p>
        </p:txBody>
      </p:sp>
      <p:pic>
        <p:nvPicPr>
          <p:cNvPr id="37893" name="Picture 6">
            <a:extLst>
              <a:ext uri="{FF2B5EF4-FFF2-40B4-BE49-F238E27FC236}">
                <a16:creationId xmlns:a16="http://schemas.microsoft.com/office/drawing/2014/main" id="{45B40BA7-54BD-4A5D-A946-C23C47178B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6575" y="5095875"/>
            <a:ext cx="6818313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Down Arrow 7">
            <a:extLst>
              <a:ext uri="{FF2B5EF4-FFF2-40B4-BE49-F238E27FC236}">
                <a16:creationId xmlns:a16="http://schemas.microsoft.com/office/drawing/2014/main" id="{EFCD7CA6-DE7B-495B-8867-37F7ACF59C80}"/>
              </a:ext>
            </a:extLst>
          </p:cNvPr>
          <p:cNvSpPr/>
          <p:nvPr/>
        </p:nvSpPr>
        <p:spPr>
          <a:xfrm>
            <a:off x="4471988" y="4595813"/>
            <a:ext cx="428625" cy="50006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pic>
        <p:nvPicPr>
          <p:cNvPr id="37895" name="Picture 7">
            <a:extLst>
              <a:ext uri="{FF2B5EF4-FFF2-40B4-BE49-F238E27FC236}">
                <a16:creationId xmlns:a16="http://schemas.microsoft.com/office/drawing/2014/main" id="{018B8CFD-CFFC-4782-BFF4-0F06AC9B0C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0338" y="4233863"/>
            <a:ext cx="44005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863289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Content Placeholder 2">
            <a:extLst>
              <a:ext uri="{FF2B5EF4-FFF2-40B4-BE49-F238E27FC236}">
                <a16:creationId xmlns:a16="http://schemas.microsoft.com/office/drawing/2014/main" id="{19651F19-7463-4B80-82C1-3FEB3A1233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113" y="2205038"/>
            <a:ext cx="7408862" cy="3451225"/>
          </a:xfrm>
        </p:spPr>
        <p:txBody>
          <a:bodyPr/>
          <a:lstStyle/>
          <a:p>
            <a:pPr eaLnBrk="1" hangingPunct="1"/>
            <a:r>
              <a:rPr lang="en-GB" altLang="en-US"/>
              <a:t>Often used in utility classes which provide methods which can be called without an instance</a:t>
            </a:r>
          </a:p>
          <a:p>
            <a:pPr eaLnBrk="1" hangingPunct="1"/>
            <a:r>
              <a:rPr lang="en-GB" altLang="en-US"/>
              <a:t>Example - </a:t>
            </a:r>
            <a:r>
              <a:rPr lang="en-GB" altLang="en-US" b="1"/>
              <a:t>System.Math</a:t>
            </a:r>
            <a:r>
              <a:rPr lang="en-GB" altLang="en-US"/>
              <a:t> framework library class</a:t>
            </a:r>
          </a:p>
          <a:p>
            <a:pPr lvl="1" eaLnBrk="1" hangingPunct="1"/>
            <a:r>
              <a:rPr lang="en-GB" altLang="en-US"/>
              <a:t>constants, e.g. </a:t>
            </a:r>
            <a:r>
              <a:rPr lang="en-GB" altLang="en-US" b="1"/>
              <a:t>PI </a:t>
            </a:r>
          </a:p>
          <a:p>
            <a:pPr lvl="1" eaLnBrk="1" hangingPunct="1"/>
            <a:r>
              <a:rPr lang="en-GB" altLang="en-US"/>
              <a:t>methods, e.g. </a:t>
            </a:r>
            <a:r>
              <a:rPr lang="en-GB" altLang="en-US" b="1"/>
              <a:t>Sin</a:t>
            </a:r>
          </a:p>
          <a:p>
            <a:pPr eaLnBrk="1" hangingPunct="1"/>
            <a:endParaRPr lang="en-GB" altLang="en-US"/>
          </a:p>
          <a:p>
            <a:pPr eaLnBrk="1" hangingPunct="1"/>
            <a:endParaRPr lang="en-GB" altLang="en-US"/>
          </a:p>
        </p:txBody>
      </p:sp>
      <p:sp>
        <p:nvSpPr>
          <p:cNvPr id="38915" name="Footer Placeholder 3">
            <a:extLst>
              <a:ext uri="{FF2B5EF4-FFF2-40B4-BE49-F238E27FC236}">
                <a16:creationId xmlns:a16="http://schemas.microsoft.com/office/drawing/2014/main" id="{113DDB6A-DB91-4267-B6D7-972FC6AB4616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3990975" y="6249988"/>
            <a:ext cx="11620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70C0"/>
                </a:solidFill>
                <a:latin typeface="Calibri" panose="020F0502020204030204" pitchFamily="34" charset="0"/>
              </a:rPr>
              <a:t>Creating C# classes</a:t>
            </a:r>
          </a:p>
          <a:p>
            <a:pPr eaLnBrk="1" hangingPunct="1"/>
            <a:fld id="{BEB480AB-4420-4C79-A216-7C593B6F0523}" type="slidenum">
              <a:rPr lang="en-US" altLang="en-US">
                <a:solidFill>
                  <a:srgbClr val="0070C0"/>
                </a:solidFill>
                <a:latin typeface="Calibri" panose="020F0502020204030204" pitchFamily="34" charset="0"/>
              </a:rPr>
              <a:pPr eaLnBrk="1" hangingPunct="1"/>
              <a:t>74</a:t>
            </a:fld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  <a:p>
            <a:pPr eaLnBrk="1" hangingPunct="1"/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38916" name="Title 1">
            <a:extLst>
              <a:ext uri="{FF2B5EF4-FFF2-40B4-BE49-F238E27FC236}">
                <a16:creationId xmlns:a16="http://schemas.microsoft.com/office/drawing/2014/main" id="{F4B4F0C8-F716-42CE-AC7D-D9C58D6C3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Static methods</a:t>
            </a:r>
          </a:p>
        </p:txBody>
      </p:sp>
      <p:pic>
        <p:nvPicPr>
          <p:cNvPr id="32776" name="Picture 8">
            <a:extLst>
              <a:ext uri="{FF2B5EF4-FFF2-40B4-BE49-F238E27FC236}">
                <a16:creationId xmlns:a16="http://schemas.microsoft.com/office/drawing/2014/main" id="{66C0C274-5139-4886-B53E-6A82A0A27F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79838" y="4791075"/>
            <a:ext cx="4133850" cy="5429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9374801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Content Placeholder 2">
            <a:extLst>
              <a:ext uri="{FF2B5EF4-FFF2-40B4-BE49-F238E27FC236}">
                <a16:creationId xmlns:a16="http://schemas.microsoft.com/office/drawing/2014/main" id="{D53632D9-3EF0-4CF5-A35E-53257697D8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288" y="2349500"/>
            <a:ext cx="8229600" cy="3600450"/>
          </a:xfrm>
        </p:spPr>
        <p:txBody>
          <a:bodyPr/>
          <a:lstStyle/>
          <a:p>
            <a:pPr eaLnBrk="1" hangingPunct="1"/>
            <a:r>
              <a:rPr lang="en-GB" altLang="en-US"/>
              <a:t>The </a:t>
            </a:r>
            <a:r>
              <a:rPr lang="en-GB" altLang="en-US" b="1"/>
              <a:t>Main</a:t>
            </a:r>
            <a:r>
              <a:rPr lang="en-GB" altLang="en-US"/>
              <a:t> method is the </a:t>
            </a:r>
            <a:r>
              <a:rPr lang="en-GB" altLang="en-US" b="1"/>
              <a:t>entry point </a:t>
            </a:r>
            <a:r>
              <a:rPr lang="en-GB" altLang="en-US"/>
              <a:t>of an .exe program; it is where the program control starts and ends</a:t>
            </a:r>
          </a:p>
          <a:p>
            <a:pPr eaLnBrk="1" hangingPunct="1"/>
            <a:r>
              <a:rPr lang="en-GB" altLang="en-US"/>
              <a:t>Main is declared inside a </a:t>
            </a:r>
            <a:r>
              <a:rPr lang="en-GB" altLang="en-US" b="1"/>
              <a:t>class</a:t>
            </a:r>
            <a:r>
              <a:rPr lang="en-GB" altLang="en-US"/>
              <a:t> or </a:t>
            </a:r>
            <a:r>
              <a:rPr lang="en-GB" altLang="en-US" b="1"/>
              <a:t>struct </a:t>
            </a:r>
          </a:p>
          <a:p>
            <a:pPr eaLnBrk="1" hangingPunct="1"/>
            <a:r>
              <a:rPr lang="en-GB" altLang="en-US"/>
              <a:t>Main must be </a:t>
            </a:r>
            <a:r>
              <a:rPr lang="en-GB" altLang="en-US" b="1"/>
              <a:t>static</a:t>
            </a:r>
            <a:r>
              <a:rPr lang="en-GB" altLang="en-US"/>
              <a:t> and it should not be </a:t>
            </a:r>
            <a:r>
              <a:rPr lang="en-GB" altLang="en-US" b="1"/>
              <a:t>public</a:t>
            </a:r>
          </a:p>
          <a:p>
            <a:pPr eaLnBrk="1" hangingPunct="1"/>
            <a:r>
              <a:rPr lang="en-GB" altLang="en-US"/>
              <a:t>Main can either have a </a:t>
            </a:r>
            <a:r>
              <a:rPr lang="en-GB" altLang="en-US" b="1"/>
              <a:t>void</a:t>
            </a:r>
            <a:r>
              <a:rPr lang="en-GB" altLang="en-US"/>
              <a:t> or </a:t>
            </a:r>
            <a:r>
              <a:rPr lang="en-GB" altLang="en-US" b="1"/>
              <a:t>int</a:t>
            </a:r>
            <a:r>
              <a:rPr lang="en-GB" altLang="en-US"/>
              <a:t> return type.</a:t>
            </a:r>
          </a:p>
          <a:p>
            <a:pPr eaLnBrk="1" hangingPunct="1"/>
            <a:r>
              <a:rPr lang="en-GB" altLang="en-US"/>
              <a:t>The Main method can be declared with or without a </a:t>
            </a:r>
            <a:r>
              <a:rPr lang="en-GB" altLang="en-US" b="1"/>
              <a:t>string[]</a:t>
            </a:r>
            <a:r>
              <a:rPr lang="en-GB" altLang="en-US"/>
              <a:t> parameter that contains command-line arguments </a:t>
            </a:r>
          </a:p>
          <a:p>
            <a:pPr eaLnBrk="1" hangingPunct="1"/>
            <a:endParaRPr lang="en-GB" altLang="en-US"/>
          </a:p>
        </p:txBody>
      </p:sp>
      <p:sp>
        <p:nvSpPr>
          <p:cNvPr id="39939" name="Footer Placeholder 3">
            <a:extLst>
              <a:ext uri="{FF2B5EF4-FFF2-40B4-BE49-F238E27FC236}">
                <a16:creationId xmlns:a16="http://schemas.microsoft.com/office/drawing/2014/main" id="{43D64CF5-0049-4C5F-8919-998BEE354423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3990975" y="6249988"/>
            <a:ext cx="11620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70C0"/>
                </a:solidFill>
                <a:latin typeface="Calibri" panose="020F0502020204030204" pitchFamily="34" charset="0"/>
              </a:rPr>
              <a:t>Creating C# classes</a:t>
            </a:r>
          </a:p>
          <a:p>
            <a:pPr eaLnBrk="1" hangingPunct="1"/>
            <a:fld id="{9100ACA4-04BD-451B-A926-E3BCFDC324BD}" type="slidenum">
              <a:rPr lang="en-US" altLang="en-US">
                <a:solidFill>
                  <a:srgbClr val="0070C0"/>
                </a:solidFill>
                <a:latin typeface="Calibri" panose="020F0502020204030204" pitchFamily="34" charset="0"/>
              </a:rPr>
              <a:pPr eaLnBrk="1" hangingPunct="1"/>
              <a:t>75</a:t>
            </a:fld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  <a:p>
            <a:pPr eaLnBrk="1" hangingPunct="1"/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39940" name="Title 1">
            <a:extLst>
              <a:ext uri="{FF2B5EF4-FFF2-40B4-BE49-F238E27FC236}">
                <a16:creationId xmlns:a16="http://schemas.microsoft.com/office/drawing/2014/main" id="{2BEA1178-56CD-4A08-A991-5145785D0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Main method</a:t>
            </a:r>
          </a:p>
        </p:txBody>
      </p:sp>
    </p:spTree>
    <p:extLst>
      <p:ext uri="{BB962C8B-B14F-4D97-AF65-F5344CB8AC3E}">
        <p14:creationId xmlns:p14="http://schemas.microsoft.com/office/powerpoint/2010/main" val="117686679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Content Placeholder 2">
            <a:extLst>
              <a:ext uri="{FF2B5EF4-FFF2-40B4-BE49-F238E27FC236}">
                <a16:creationId xmlns:a16="http://schemas.microsoft.com/office/drawing/2014/main" id="{738B3CEC-70B0-4AF1-93DF-0D75486051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3" y="2349500"/>
            <a:ext cx="8401050" cy="3455988"/>
          </a:xfrm>
        </p:spPr>
        <p:txBody>
          <a:bodyPr/>
          <a:lstStyle/>
          <a:p>
            <a:pPr eaLnBrk="1" hangingPunct="1"/>
            <a:r>
              <a:rPr lang="en-GB" altLang="en-US"/>
              <a:t>Classes can have </a:t>
            </a:r>
            <a:r>
              <a:rPr lang="en-GB" altLang="en-US" b="1"/>
              <a:t>attributes</a:t>
            </a:r>
            <a:r>
              <a:rPr lang="en-GB" altLang="en-US"/>
              <a:t>, or </a:t>
            </a:r>
            <a:r>
              <a:rPr lang="en-GB" altLang="en-US" b="1"/>
              <a:t>instance variables </a:t>
            </a:r>
            <a:r>
              <a:rPr lang="en-GB" altLang="en-US"/>
              <a:t>which are usually declared as </a:t>
            </a:r>
            <a:r>
              <a:rPr lang="en-GB" altLang="en-US" b="1" u="sng"/>
              <a:t>private</a:t>
            </a:r>
          </a:p>
          <a:p>
            <a:pPr eaLnBrk="1" hangingPunct="1"/>
            <a:r>
              <a:rPr lang="en-GB" altLang="en-US"/>
              <a:t>Sometimes need to provide a way for </a:t>
            </a:r>
            <a:r>
              <a:rPr lang="en-GB" altLang="en-US" i="1" u="sng"/>
              <a:t>other classes to read or change the values of attributes</a:t>
            </a:r>
          </a:p>
          <a:p>
            <a:pPr eaLnBrk="1" hangingPunct="1"/>
            <a:r>
              <a:rPr lang="en-GB" altLang="en-US"/>
              <a:t>Can write </a:t>
            </a:r>
            <a:r>
              <a:rPr lang="en-GB" altLang="en-US" b="1"/>
              <a:t>getter</a:t>
            </a:r>
            <a:r>
              <a:rPr lang="en-GB" altLang="en-US"/>
              <a:t> and </a:t>
            </a:r>
            <a:r>
              <a:rPr lang="en-GB" altLang="en-US" b="1"/>
              <a:t>setter</a:t>
            </a:r>
            <a:r>
              <a:rPr lang="en-GB" altLang="en-US"/>
              <a:t> methods</a:t>
            </a:r>
          </a:p>
          <a:p>
            <a:pPr eaLnBrk="1" hangingPunct="1"/>
            <a:r>
              <a:rPr lang="en-GB" altLang="en-US"/>
              <a:t>C# provides a solution – </a:t>
            </a:r>
            <a:r>
              <a:rPr lang="en-GB" altLang="en-US" b="1"/>
              <a:t>properties</a:t>
            </a:r>
          </a:p>
          <a:p>
            <a:pPr eaLnBrk="1" hangingPunct="1"/>
            <a:r>
              <a:rPr lang="en-GB" altLang="en-US"/>
              <a:t>Public properties </a:t>
            </a:r>
            <a:r>
              <a:rPr lang="en-GB" altLang="en-US" b="1"/>
              <a:t>encapsulate</a:t>
            </a:r>
            <a:r>
              <a:rPr lang="en-GB" altLang="en-US"/>
              <a:t> private </a:t>
            </a:r>
            <a:r>
              <a:rPr lang="en-GB" altLang="en-US" i="1"/>
              <a:t>instance variables</a:t>
            </a:r>
          </a:p>
        </p:txBody>
      </p:sp>
      <p:sp>
        <p:nvSpPr>
          <p:cNvPr id="40963" name="Footer Placeholder 3">
            <a:extLst>
              <a:ext uri="{FF2B5EF4-FFF2-40B4-BE49-F238E27FC236}">
                <a16:creationId xmlns:a16="http://schemas.microsoft.com/office/drawing/2014/main" id="{4F7216A9-51D3-4A39-BD90-0E5C9E11FF1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3990975" y="6249988"/>
            <a:ext cx="11620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70C0"/>
                </a:solidFill>
                <a:latin typeface="Calibri" panose="020F0502020204030204" pitchFamily="34" charset="0"/>
              </a:rPr>
              <a:t>Creating C# classes</a:t>
            </a:r>
          </a:p>
          <a:p>
            <a:pPr eaLnBrk="1" hangingPunct="1"/>
            <a:fld id="{F7743EFD-9E93-4FFA-8E9B-86273E8E849B}" type="slidenum">
              <a:rPr lang="en-US" altLang="en-US">
                <a:solidFill>
                  <a:srgbClr val="0070C0"/>
                </a:solidFill>
                <a:latin typeface="Calibri" panose="020F0502020204030204" pitchFamily="34" charset="0"/>
              </a:rPr>
              <a:pPr eaLnBrk="1" hangingPunct="1"/>
              <a:t>76</a:t>
            </a:fld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  <a:p>
            <a:pPr eaLnBrk="1" hangingPunct="1"/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40964" name="Title 1">
            <a:extLst>
              <a:ext uri="{FF2B5EF4-FFF2-40B4-BE49-F238E27FC236}">
                <a16:creationId xmlns:a16="http://schemas.microsoft.com/office/drawing/2014/main" id="{5439BC7C-2067-43E9-AE8C-1BD3E9052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Properties</a:t>
            </a:r>
          </a:p>
        </p:txBody>
      </p:sp>
    </p:spTree>
    <p:extLst>
      <p:ext uri="{BB962C8B-B14F-4D97-AF65-F5344CB8AC3E}">
        <p14:creationId xmlns:p14="http://schemas.microsoft.com/office/powerpoint/2010/main" val="393077104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Content Placeholder 2">
            <a:extLst>
              <a:ext uri="{FF2B5EF4-FFF2-40B4-BE49-F238E27FC236}">
                <a16:creationId xmlns:a16="http://schemas.microsoft.com/office/drawing/2014/main" id="{A5FD1D76-5AD1-468B-94FC-85FEEEADC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088" y="1989138"/>
            <a:ext cx="7408862" cy="3887787"/>
          </a:xfrm>
        </p:spPr>
        <p:txBody>
          <a:bodyPr/>
          <a:lstStyle/>
          <a:p>
            <a:pPr eaLnBrk="1" hangingPunct="1"/>
            <a:r>
              <a:rPr lang="en-GB" altLang="en-US"/>
              <a:t>Property (usually) encapsulates an instance variable</a:t>
            </a:r>
          </a:p>
          <a:p>
            <a:pPr eaLnBrk="1" hangingPunct="1"/>
            <a:r>
              <a:rPr lang="en-GB" altLang="en-US"/>
              <a:t>Property is </a:t>
            </a:r>
            <a:r>
              <a:rPr lang="en-GB" altLang="en-US" b="1"/>
              <a:t>public</a:t>
            </a:r>
          </a:p>
          <a:p>
            <a:pPr eaLnBrk="1" hangingPunct="1"/>
            <a:r>
              <a:rPr lang="en-GB" altLang="en-US"/>
              <a:t>By convention property names are capitalised</a:t>
            </a:r>
          </a:p>
          <a:p>
            <a:pPr lvl="1" eaLnBrk="1" hangingPunct="1"/>
            <a:r>
              <a:rPr lang="en-GB" altLang="en-US"/>
              <a:t>e.g. </a:t>
            </a:r>
            <a:r>
              <a:rPr lang="en-GB" altLang="en-US" b="1"/>
              <a:t>name</a:t>
            </a:r>
            <a:r>
              <a:rPr lang="en-GB" altLang="en-US"/>
              <a:t> variable – </a:t>
            </a:r>
            <a:r>
              <a:rPr lang="en-GB" altLang="en-US" b="1"/>
              <a:t>Name</a:t>
            </a:r>
            <a:r>
              <a:rPr lang="en-GB" altLang="en-US"/>
              <a:t> property</a:t>
            </a:r>
          </a:p>
          <a:p>
            <a:pPr eaLnBrk="1" hangingPunct="1"/>
            <a:r>
              <a:rPr lang="en-GB" altLang="en-US"/>
              <a:t>Control access by providing </a:t>
            </a:r>
            <a:r>
              <a:rPr lang="en-GB" altLang="en-US" b="1"/>
              <a:t>get</a:t>
            </a:r>
            <a:r>
              <a:rPr lang="en-GB" altLang="en-US"/>
              <a:t>, </a:t>
            </a:r>
            <a:r>
              <a:rPr lang="en-GB" altLang="en-US" b="1"/>
              <a:t>set</a:t>
            </a:r>
            <a:r>
              <a:rPr lang="en-GB" altLang="en-US"/>
              <a:t> blocks </a:t>
            </a:r>
          </a:p>
          <a:p>
            <a:pPr eaLnBrk="1" hangingPunct="1"/>
            <a:r>
              <a:rPr lang="en-GB" altLang="en-US" b="1"/>
              <a:t>Read-only</a:t>
            </a:r>
            <a:r>
              <a:rPr lang="en-GB" altLang="en-US"/>
              <a:t> access by providing </a:t>
            </a:r>
            <a:r>
              <a:rPr lang="en-GB" altLang="en-US" b="1" u="sng"/>
              <a:t>get block only</a:t>
            </a:r>
          </a:p>
          <a:p>
            <a:pPr eaLnBrk="1" hangingPunct="1"/>
            <a:r>
              <a:rPr lang="en-GB" altLang="en-US"/>
              <a:t>Get/set blocks usually simply read/set variable value, but can include other code</a:t>
            </a:r>
          </a:p>
        </p:txBody>
      </p:sp>
      <p:sp>
        <p:nvSpPr>
          <p:cNvPr id="41987" name="Footer Placeholder 3">
            <a:extLst>
              <a:ext uri="{FF2B5EF4-FFF2-40B4-BE49-F238E27FC236}">
                <a16:creationId xmlns:a16="http://schemas.microsoft.com/office/drawing/2014/main" id="{FDAD6F9D-46D1-4DD5-8777-4023968D2D3E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3990975" y="6249988"/>
            <a:ext cx="11620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70C0"/>
                </a:solidFill>
                <a:latin typeface="Calibri" panose="020F0502020204030204" pitchFamily="34" charset="0"/>
              </a:rPr>
              <a:t>Creating C# classes</a:t>
            </a:r>
          </a:p>
          <a:p>
            <a:pPr eaLnBrk="1" hangingPunct="1"/>
            <a:fld id="{4F22D06F-8162-40B5-80D5-F7FCE7DEB358}" type="slidenum">
              <a:rPr lang="en-US" altLang="en-US">
                <a:solidFill>
                  <a:srgbClr val="0070C0"/>
                </a:solidFill>
                <a:latin typeface="Calibri" panose="020F0502020204030204" pitchFamily="34" charset="0"/>
              </a:rPr>
              <a:pPr eaLnBrk="1" hangingPunct="1"/>
              <a:t>77</a:t>
            </a:fld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  <a:p>
            <a:pPr eaLnBrk="1" hangingPunct="1"/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41988" name="Title 1">
            <a:extLst>
              <a:ext uri="{FF2B5EF4-FFF2-40B4-BE49-F238E27FC236}">
                <a16:creationId xmlns:a16="http://schemas.microsoft.com/office/drawing/2014/main" id="{FDBE2F84-1C74-4436-9C9A-6C2CE093F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Properties	</a:t>
            </a:r>
          </a:p>
        </p:txBody>
      </p:sp>
    </p:spTree>
    <p:extLst>
      <p:ext uri="{BB962C8B-B14F-4D97-AF65-F5344CB8AC3E}">
        <p14:creationId xmlns:p14="http://schemas.microsoft.com/office/powerpoint/2010/main" val="277271533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Content Placeholder 2">
            <a:extLst>
              <a:ext uri="{FF2B5EF4-FFF2-40B4-BE49-F238E27FC236}">
                <a16:creationId xmlns:a16="http://schemas.microsoft.com/office/drawing/2014/main" id="{6F00C263-B6F9-4965-B2AC-AF4472D4B1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013325"/>
            <a:ext cx="8229600" cy="1344613"/>
          </a:xfrm>
        </p:spPr>
        <p:txBody>
          <a:bodyPr/>
          <a:lstStyle/>
          <a:p>
            <a:pPr marL="0" indent="0" eaLnBrk="1" hangingPunct="1">
              <a:buFont typeface="Symbol" panose="05050102010706020507" pitchFamily="18" charset="2"/>
              <a:buNone/>
            </a:pPr>
            <a:r>
              <a:rPr lang="en-GB" altLang="en-US" i="1"/>
              <a:t>Note – this version of class defines Email as a property rather than a method</a:t>
            </a:r>
          </a:p>
        </p:txBody>
      </p:sp>
      <p:sp>
        <p:nvSpPr>
          <p:cNvPr id="43011" name="Footer Placeholder 3">
            <a:extLst>
              <a:ext uri="{FF2B5EF4-FFF2-40B4-BE49-F238E27FC236}">
                <a16:creationId xmlns:a16="http://schemas.microsoft.com/office/drawing/2014/main" id="{EC56F318-5E52-493F-AEB2-8D7416927B1C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3990975" y="6249988"/>
            <a:ext cx="11620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70C0"/>
                </a:solidFill>
                <a:latin typeface="Calibri" panose="020F0502020204030204" pitchFamily="34" charset="0"/>
              </a:rPr>
              <a:t>Creating C# classes</a:t>
            </a:r>
          </a:p>
          <a:p>
            <a:pPr eaLnBrk="1" hangingPunct="1"/>
            <a:fld id="{728107CB-38A5-4DCB-BCDF-AEFB81C7A81C}" type="slidenum">
              <a:rPr lang="en-US" altLang="en-US">
                <a:solidFill>
                  <a:srgbClr val="0070C0"/>
                </a:solidFill>
                <a:latin typeface="Calibri" panose="020F0502020204030204" pitchFamily="34" charset="0"/>
              </a:rPr>
              <a:pPr eaLnBrk="1" hangingPunct="1"/>
              <a:t>78</a:t>
            </a:fld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  <a:p>
            <a:pPr eaLnBrk="1" hangingPunct="1"/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43012" name="Title 1">
            <a:extLst>
              <a:ext uri="{FF2B5EF4-FFF2-40B4-BE49-F238E27FC236}">
                <a16:creationId xmlns:a16="http://schemas.microsoft.com/office/drawing/2014/main" id="{2E001B4B-D7D5-43A1-AAFC-055BA4E0F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Employee class properties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BCCA3B0-DA7B-430B-8A93-0A85A6D4192F}"/>
              </a:ext>
            </a:extLst>
          </p:cNvPr>
          <p:cNvGraphicFramePr>
            <a:graphicFrameLocks noGrp="1"/>
          </p:cNvGraphicFramePr>
          <p:nvPr/>
        </p:nvGraphicFramePr>
        <p:xfrm>
          <a:off x="468313" y="1268413"/>
          <a:ext cx="8072437" cy="344011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000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720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8682">
                <a:tc>
                  <a:txBody>
                    <a:bodyPr/>
                    <a:lstStyle/>
                    <a:p>
                      <a:r>
                        <a:rPr lang="en-GB" sz="1800" dirty="0"/>
                        <a:t>Attribute</a:t>
                      </a:r>
                    </a:p>
                  </a:txBody>
                  <a:tcPr marL="91439" marR="91439" marT="45716" marB="45716"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Property</a:t>
                      </a:r>
                    </a:p>
                  </a:txBody>
                  <a:tcPr marL="91439" marR="91439" marT="45716" marB="4571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682">
                <a:tc>
                  <a:txBody>
                    <a:bodyPr/>
                    <a:lstStyle/>
                    <a:p>
                      <a:r>
                        <a:rPr lang="en-GB" sz="1800" dirty="0">
                          <a:solidFill>
                            <a:srgbClr val="0070C0"/>
                          </a:solidFill>
                        </a:rPr>
                        <a:t>name</a:t>
                      </a:r>
                    </a:p>
                  </a:txBody>
                  <a:tcPr marL="91439" marR="91439" marT="45716" marB="45716"/>
                </a:tc>
                <a:tc>
                  <a:txBody>
                    <a:bodyPr/>
                    <a:lstStyle/>
                    <a:p>
                      <a:r>
                        <a:rPr lang="en-GB" sz="1800" b="1" dirty="0">
                          <a:solidFill>
                            <a:srgbClr val="0070C0"/>
                          </a:solidFill>
                        </a:rPr>
                        <a:t>Name</a:t>
                      </a:r>
                      <a:r>
                        <a:rPr lang="en-GB" sz="1800" dirty="0"/>
                        <a:t>: </a:t>
                      </a:r>
                      <a:r>
                        <a:rPr lang="en-GB" sz="1800" b="1" dirty="0">
                          <a:solidFill>
                            <a:srgbClr val="CC3300"/>
                          </a:solidFill>
                        </a:rPr>
                        <a:t>get</a:t>
                      </a:r>
                      <a:r>
                        <a:rPr lang="en-GB" sz="1800" dirty="0"/>
                        <a:t> only</a:t>
                      </a:r>
                    </a:p>
                  </a:txBody>
                  <a:tcPr marL="91439" marR="91439" marT="45716" marB="4571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8682">
                <a:tc>
                  <a:txBody>
                    <a:bodyPr/>
                    <a:lstStyle/>
                    <a:p>
                      <a:r>
                        <a:rPr lang="en-GB" sz="1800" dirty="0">
                          <a:solidFill>
                            <a:srgbClr val="0070C0"/>
                          </a:solidFill>
                        </a:rPr>
                        <a:t>username</a:t>
                      </a:r>
                    </a:p>
                  </a:txBody>
                  <a:tcPr marL="91439" marR="91439" marT="45716" marB="45716"/>
                </a:tc>
                <a:tc>
                  <a:txBody>
                    <a:bodyPr/>
                    <a:lstStyle/>
                    <a:p>
                      <a:r>
                        <a:rPr lang="en-GB" sz="18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Username</a:t>
                      </a:r>
                      <a:r>
                        <a:rPr lang="en-GB" sz="1800" dirty="0"/>
                        <a:t>: </a:t>
                      </a:r>
                      <a:r>
                        <a:rPr lang="en-GB" sz="1800" b="1" kern="1200" dirty="0">
                          <a:solidFill>
                            <a:srgbClr val="CC3300"/>
                          </a:solidFill>
                          <a:latin typeface="+mn-lt"/>
                          <a:ea typeface="+mn-ea"/>
                          <a:cs typeface="+mn-cs"/>
                        </a:rPr>
                        <a:t>get</a:t>
                      </a:r>
                      <a:r>
                        <a:rPr lang="en-GB" sz="1800" dirty="0"/>
                        <a:t> only</a:t>
                      </a:r>
                    </a:p>
                  </a:txBody>
                  <a:tcPr marL="91439" marR="91439" marT="45716" marB="4571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2693">
                <a:tc>
                  <a:txBody>
                    <a:bodyPr/>
                    <a:lstStyle/>
                    <a:p>
                      <a:r>
                        <a:rPr lang="en-GB" sz="1800" dirty="0">
                          <a:solidFill>
                            <a:srgbClr val="0070C0"/>
                          </a:solidFill>
                        </a:rPr>
                        <a:t>location</a:t>
                      </a:r>
                    </a:p>
                  </a:txBody>
                  <a:tcPr marL="91439" marR="91439" marT="45716" marB="45716"/>
                </a:tc>
                <a:tc>
                  <a:txBody>
                    <a:bodyPr/>
                    <a:lstStyle/>
                    <a:p>
                      <a:r>
                        <a:rPr lang="en-GB" sz="1800" i="1" dirty="0"/>
                        <a:t>no property, changed</a:t>
                      </a:r>
                      <a:r>
                        <a:rPr lang="en-GB" sz="1800" i="1" baseline="0" dirty="0"/>
                        <a:t> by Move method</a:t>
                      </a:r>
                      <a:endParaRPr lang="en-GB" sz="1800" i="1" dirty="0"/>
                    </a:p>
                  </a:txBody>
                  <a:tcPr marL="91439" marR="91439" marT="45716" marB="4571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8682">
                <a:tc>
                  <a:txBody>
                    <a:bodyPr/>
                    <a:lstStyle/>
                    <a:p>
                      <a:r>
                        <a:rPr lang="en-GB" sz="1800" dirty="0" err="1">
                          <a:solidFill>
                            <a:srgbClr val="0070C0"/>
                          </a:solidFill>
                        </a:rPr>
                        <a:t>phoneNumber</a:t>
                      </a:r>
                      <a:endParaRPr lang="en-GB" sz="1800" dirty="0">
                        <a:solidFill>
                          <a:srgbClr val="0070C0"/>
                        </a:solidFill>
                      </a:endParaRPr>
                    </a:p>
                  </a:txBody>
                  <a:tcPr marL="91439" marR="91439" marT="45716" marB="45716"/>
                </a:tc>
                <a:tc>
                  <a:txBody>
                    <a:bodyPr/>
                    <a:lstStyle/>
                    <a:p>
                      <a:r>
                        <a:rPr lang="en-GB" sz="1800" b="1" kern="1200" dirty="0" err="1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PhoneNumber</a:t>
                      </a:r>
                      <a:r>
                        <a:rPr lang="en-GB" sz="1800" dirty="0"/>
                        <a:t>: </a:t>
                      </a:r>
                      <a:r>
                        <a:rPr lang="en-GB" sz="1800" b="1" kern="1200" dirty="0">
                          <a:solidFill>
                            <a:srgbClr val="CC3300"/>
                          </a:solidFill>
                          <a:latin typeface="+mn-lt"/>
                          <a:ea typeface="+mn-ea"/>
                          <a:cs typeface="+mn-cs"/>
                        </a:rPr>
                        <a:t>get</a:t>
                      </a:r>
                      <a:r>
                        <a:rPr lang="en-GB" sz="1800" dirty="0"/>
                        <a:t> and </a:t>
                      </a:r>
                      <a:r>
                        <a:rPr lang="en-GB" sz="1800" b="1" kern="1200" dirty="0">
                          <a:solidFill>
                            <a:srgbClr val="CC3300"/>
                          </a:solidFill>
                          <a:latin typeface="+mn-lt"/>
                          <a:ea typeface="+mn-ea"/>
                          <a:cs typeface="+mn-cs"/>
                        </a:rPr>
                        <a:t>set</a:t>
                      </a:r>
                    </a:p>
                  </a:txBody>
                  <a:tcPr marL="91439" marR="91439" marT="45716" marB="4571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2693">
                <a:tc>
                  <a:txBody>
                    <a:bodyPr/>
                    <a:lstStyle/>
                    <a:p>
                      <a:r>
                        <a:rPr lang="en-GB" sz="1800" i="1" dirty="0"/>
                        <a:t>none</a:t>
                      </a:r>
                    </a:p>
                  </a:txBody>
                  <a:tcPr marL="91439" marR="91439" marT="45716" marB="45716"/>
                </a:tc>
                <a:tc>
                  <a:txBody>
                    <a:bodyPr/>
                    <a:lstStyle/>
                    <a:p>
                      <a:r>
                        <a:rPr lang="en-GB" sz="18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Email</a:t>
                      </a:r>
                      <a:r>
                        <a:rPr lang="en-GB" sz="1800" dirty="0"/>
                        <a:t>: </a:t>
                      </a:r>
                      <a:r>
                        <a:rPr lang="en-GB" sz="1800" b="1" kern="1200" dirty="0">
                          <a:solidFill>
                            <a:srgbClr val="CC3300"/>
                          </a:solidFill>
                          <a:latin typeface="+mn-lt"/>
                          <a:ea typeface="+mn-ea"/>
                          <a:cs typeface="+mn-cs"/>
                        </a:rPr>
                        <a:t>get</a:t>
                      </a:r>
                      <a:r>
                        <a:rPr lang="en-GB" sz="1800" dirty="0"/>
                        <a:t>,</a:t>
                      </a:r>
                      <a:r>
                        <a:rPr lang="en-GB" sz="1800" baseline="0" dirty="0"/>
                        <a:t> depends on value of username attribute </a:t>
                      </a:r>
                      <a:endParaRPr lang="en-GB" sz="1800" dirty="0"/>
                    </a:p>
                  </a:txBody>
                  <a:tcPr marL="91439" marR="91439" marT="45716" marB="45716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524766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Content Placeholder 2">
            <a:extLst>
              <a:ext uri="{FF2B5EF4-FFF2-40B4-BE49-F238E27FC236}">
                <a16:creationId xmlns:a16="http://schemas.microsoft.com/office/drawing/2014/main" id="{B7245EBC-AB95-439A-A31B-D73266B01C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Properties are accessed using simple syntax</a:t>
            </a:r>
          </a:p>
          <a:p>
            <a:pPr eaLnBrk="1" hangingPunct="1"/>
            <a:r>
              <a:rPr lang="en-GB" altLang="en-US"/>
              <a:t>Properties are not methods – no brackets or parameters</a:t>
            </a:r>
          </a:p>
        </p:txBody>
      </p:sp>
      <p:sp>
        <p:nvSpPr>
          <p:cNvPr id="44035" name="Footer Placeholder 3">
            <a:extLst>
              <a:ext uri="{FF2B5EF4-FFF2-40B4-BE49-F238E27FC236}">
                <a16:creationId xmlns:a16="http://schemas.microsoft.com/office/drawing/2014/main" id="{E28A0A22-5AA0-4EE2-9A59-2E56AFCE5729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3990975" y="6249988"/>
            <a:ext cx="11620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70C0"/>
                </a:solidFill>
                <a:latin typeface="Calibri" panose="020F0502020204030204" pitchFamily="34" charset="0"/>
              </a:rPr>
              <a:t>Creating C# classes</a:t>
            </a:r>
          </a:p>
          <a:p>
            <a:pPr eaLnBrk="1" hangingPunct="1"/>
            <a:fld id="{4074A614-7629-4229-B00A-1B3F39127644}" type="slidenum">
              <a:rPr lang="en-US" altLang="en-US">
                <a:solidFill>
                  <a:srgbClr val="0070C0"/>
                </a:solidFill>
                <a:latin typeface="Calibri" panose="020F0502020204030204" pitchFamily="34" charset="0"/>
              </a:rPr>
              <a:pPr eaLnBrk="1" hangingPunct="1"/>
              <a:t>79</a:t>
            </a:fld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  <a:p>
            <a:pPr eaLnBrk="1" hangingPunct="1"/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44036" name="Title 1">
            <a:extLst>
              <a:ext uri="{FF2B5EF4-FFF2-40B4-BE49-F238E27FC236}">
                <a16:creationId xmlns:a16="http://schemas.microsoft.com/office/drawing/2014/main" id="{51BED182-6176-40B2-81DF-C83EBDBD1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Using properties</a:t>
            </a:r>
          </a:p>
        </p:txBody>
      </p:sp>
      <p:pic>
        <p:nvPicPr>
          <p:cNvPr id="44037" name="Picture 2">
            <a:extLst>
              <a:ext uri="{FF2B5EF4-FFF2-40B4-BE49-F238E27FC236}">
                <a16:creationId xmlns:a16="http://schemas.microsoft.com/office/drawing/2014/main" id="{C2927259-AA2C-475B-8DA3-AF05CC670E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3219450"/>
            <a:ext cx="8123238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9156669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Content Placeholder 2">
            <a:extLst>
              <a:ext uri="{FF2B5EF4-FFF2-40B4-BE49-F238E27FC236}">
                <a16:creationId xmlns:a16="http://schemas.microsoft.com/office/drawing/2014/main" id="{FF86C531-F41B-4EFC-AB49-919AA9E8BC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Can encapsulate class variables in static properties</a:t>
            </a:r>
          </a:p>
          <a:p>
            <a:pPr eaLnBrk="1" hangingPunct="1"/>
            <a:r>
              <a:rPr lang="en-GB" altLang="en-US"/>
              <a:t>Example – MaxEntries property in TimeSheet</a:t>
            </a:r>
          </a:p>
        </p:txBody>
      </p:sp>
      <p:sp>
        <p:nvSpPr>
          <p:cNvPr id="45059" name="Footer Placeholder 3">
            <a:extLst>
              <a:ext uri="{FF2B5EF4-FFF2-40B4-BE49-F238E27FC236}">
                <a16:creationId xmlns:a16="http://schemas.microsoft.com/office/drawing/2014/main" id="{F87F044A-5AB9-4B2B-B18D-8C92DBDE74E6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3990975" y="6249988"/>
            <a:ext cx="11620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70C0"/>
                </a:solidFill>
                <a:latin typeface="Calibri" panose="020F0502020204030204" pitchFamily="34" charset="0"/>
              </a:rPr>
              <a:t>Creating C# classes</a:t>
            </a:r>
          </a:p>
          <a:p>
            <a:pPr eaLnBrk="1" hangingPunct="1"/>
            <a:fld id="{17742580-AF09-4089-B624-482729D1A0C1}" type="slidenum">
              <a:rPr lang="en-US" altLang="en-US">
                <a:solidFill>
                  <a:srgbClr val="0070C0"/>
                </a:solidFill>
                <a:latin typeface="Calibri" panose="020F0502020204030204" pitchFamily="34" charset="0"/>
              </a:rPr>
              <a:pPr eaLnBrk="1" hangingPunct="1"/>
              <a:t>80</a:t>
            </a:fld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  <a:p>
            <a:pPr eaLnBrk="1" hangingPunct="1"/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45060" name="Title 1">
            <a:extLst>
              <a:ext uri="{FF2B5EF4-FFF2-40B4-BE49-F238E27FC236}">
                <a16:creationId xmlns:a16="http://schemas.microsoft.com/office/drawing/2014/main" id="{5214F92B-E48F-4FF6-B78E-D35401730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Static properties</a:t>
            </a:r>
          </a:p>
        </p:txBody>
      </p:sp>
      <p:pic>
        <p:nvPicPr>
          <p:cNvPr id="45061" name="Picture 2">
            <a:extLst>
              <a:ext uri="{FF2B5EF4-FFF2-40B4-BE49-F238E27FC236}">
                <a16:creationId xmlns:a16="http://schemas.microsoft.com/office/drawing/2014/main" id="{E542F936-EC41-4192-AD57-D5DE5CE899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4002088"/>
            <a:ext cx="5400675" cy="125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62" name="Picture 4">
            <a:extLst>
              <a:ext uri="{FF2B5EF4-FFF2-40B4-BE49-F238E27FC236}">
                <a16:creationId xmlns:a16="http://schemas.microsoft.com/office/drawing/2014/main" id="{0716C379-DDE1-43BD-9D18-98932A7761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288" y="5859463"/>
            <a:ext cx="346710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63" name="Picture 5">
            <a:extLst>
              <a:ext uri="{FF2B5EF4-FFF2-40B4-BE49-F238E27FC236}">
                <a16:creationId xmlns:a16="http://schemas.microsoft.com/office/drawing/2014/main" id="{40D7A680-0C1F-4433-BB65-B079997BE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3573463"/>
            <a:ext cx="38576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Down Arrow 8">
            <a:extLst>
              <a:ext uri="{FF2B5EF4-FFF2-40B4-BE49-F238E27FC236}">
                <a16:creationId xmlns:a16="http://schemas.microsoft.com/office/drawing/2014/main" id="{4641B26E-6A93-44FC-A830-16161D4163E6}"/>
              </a:ext>
            </a:extLst>
          </p:cNvPr>
          <p:cNvSpPr/>
          <p:nvPr/>
        </p:nvSpPr>
        <p:spPr>
          <a:xfrm>
            <a:off x="3332163" y="5145088"/>
            <a:ext cx="357187" cy="50006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661685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Content Placeholder 2">
            <a:extLst>
              <a:ext uri="{FF2B5EF4-FFF2-40B4-BE49-F238E27FC236}">
                <a16:creationId xmlns:a16="http://schemas.microsoft.com/office/drawing/2014/main" id="{EA9B4208-22C9-4569-9DC1-698628C06E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Code comments </a:t>
            </a:r>
          </a:p>
          <a:p>
            <a:pPr lvl="1" eaLnBrk="1" hangingPunct="1"/>
            <a:r>
              <a:rPr lang="en-GB" altLang="en-US"/>
              <a:t>Comment line starts with //</a:t>
            </a:r>
          </a:p>
          <a:p>
            <a:pPr lvl="1" eaLnBrk="1" hangingPunct="1"/>
            <a:r>
              <a:rPr lang="en-GB" altLang="en-US"/>
              <a:t>To help programmer reading code</a:t>
            </a:r>
          </a:p>
          <a:p>
            <a:pPr eaLnBrk="1" hangingPunct="1"/>
            <a:r>
              <a:rPr lang="en-GB" altLang="en-US"/>
              <a:t>XML comments</a:t>
            </a:r>
          </a:p>
          <a:p>
            <a:pPr lvl="1" eaLnBrk="1" hangingPunct="1"/>
            <a:r>
              <a:rPr lang="en-GB" altLang="en-US"/>
              <a:t>Comment line starts with ///</a:t>
            </a:r>
          </a:p>
          <a:p>
            <a:pPr lvl="1" eaLnBrk="1" hangingPunct="1"/>
            <a:r>
              <a:rPr lang="en-GB" altLang="en-US"/>
              <a:t>XML describes purpose, parameters, return types, etc</a:t>
            </a:r>
          </a:p>
          <a:p>
            <a:pPr lvl="1" eaLnBrk="1" hangingPunct="1"/>
            <a:r>
              <a:rPr lang="en-GB" altLang="en-US"/>
              <a:t>To help programmer reusing code</a:t>
            </a:r>
          </a:p>
          <a:p>
            <a:pPr lvl="1" eaLnBrk="1" hangingPunct="1"/>
            <a:r>
              <a:rPr lang="en-GB" altLang="en-US"/>
              <a:t>Used in documentation/VS object browser</a:t>
            </a:r>
          </a:p>
        </p:txBody>
      </p:sp>
      <p:sp>
        <p:nvSpPr>
          <p:cNvPr id="46083" name="Footer Placeholder 3">
            <a:extLst>
              <a:ext uri="{FF2B5EF4-FFF2-40B4-BE49-F238E27FC236}">
                <a16:creationId xmlns:a16="http://schemas.microsoft.com/office/drawing/2014/main" id="{C853F332-B3F1-4FC7-946B-DA52F3A75E9C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3990975" y="6249988"/>
            <a:ext cx="11620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70C0"/>
                </a:solidFill>
                <a:latin typeface="Calibri" panose="020F0502020204030204" pitchFamily="34" charset="0"/>
              </a:rPr>
              <a:t>Creating C# classes</a:t>
            </a:r>
          </a:p>
          <a:p>
            <a:pPr eaLnBrk="1" hangingPunct="1"/>
            <a:fld id="{1E752325-FF87-42CB-8C14-750A37FCD3C6}" type="slidenum">
              <a:rPr lang="en-US" altLang="en-US">
                <a:solidFill>
                  <a:srgbClr val="0070C0"/>
                </a:solidFill>
                <a:latin typeface="Calibri" panose="020F0502020204030204" pitchFamily="34" charset="0"/>
              </a:rPr>
              <a:pPr eaLnBrk="1" hangingPunct="1"/>
              <a:t>81</a:t>
            </a:fld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  <a:p>
            <a:pPr eaLnBrk="1" hangingPunct="1"/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46084" name="Title 1">
            <a:extLst>
              <a:ext uri="{FF2B5EF4-FFF2-40B4-BE49-F238E27FC236}">
                <a16:creationId xmlns:a16="http://schemas.microsoft.com/office/drawing/2014/main" id="{DB5B6FED-D9BF-402A-9D42-CD646D537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Comments	</a:t>
            </a:r>
          </a:p>
        </p:txBody>
      </p:sp>
    </p:spTree>
    <p:extLst>
      <p:ext uri="{BB962C8B-B14F-4D97-AF65-F5344CB8AC3E}">
        <p14:creationId xmlns:p14="http://schemas.microsoft.com/office/powerpoint/2010/main" val="105117553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Footer Placeholder 3">
            <a:extLst>
              <a:ext uri="{FF2B5EF4-FFF2-40B4-BE49-F238E27FC236}">
                <a16:creationId xmlns:a16="http://schemas.microsoft.com/office/drawing/2014/main" id="{0E25D424-D407-464E-B861-838D4C5FFABA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3990975" y="6249988"/>
            <a:ext cx="11620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70C0"/>
                </a:solidFill>
                <a:latin typeface="Calibri" panose="020F0502020204030204" pitchFamily="34" charset="0"/>
              </a:rPr>
              <a:t>Creating C# classes</a:t>
            </a:r>
          </a:p>
          <a:p>
            <a:pPr eaLnBrk="1" hangingPunct="1"/>
            <a:fld id="{F326AF11-B405-418E-B6C2-B922A5430F1F}" type="slidenum">
              <a:rPr lang="en-US" altLang="en-US">
                <a:solidFill>
                  <a:srgbClr val="0070C0"/>
                </a:solidFill>
                <a:latin typeface="Calibri" panose="020F0502020204030204" pitchFamily="34" charset="0"/>
              </a:rPr>
              <a:pPr eaLnBrk="1" hangingPunct="1"/>
              <a:t>82</a:t>
            </a:fld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  <a:p>
            <a:pPr eaLnBrk="1" hangingPunct="1"/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47107" name="Title 1">
            <a:extLst>
              <a:ext uri="{FF2B5EF4-FFF2-40B4-BE49-F238E27FC236}">
                <a16:creationId xmlns:a16="http://schemas.microsoft.com/office/drawing/2014/main" id="{2A59D679-4885-427C-A9D9-EEB5CCFA6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XML comments</a:t>
            </a:r>
          </a:p>
        </p:txBody>
      </p:sp>
      <p:pic>
        <p:nvPicPr>
          <p:cNvPr id="47108" name="Picture 2">
            <a:extLst>
              <a:ext uri="{FF2B5EF4-FFF2-40B4-BE49-F238E27FC236}">
                <a16:creationId xmlns:a16="http://schemas.microsoft.com/office/drawing/2014/main" id="{ACAB2647-7C2C-42E5-A8B8-9754686C2E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1357313"/>
            <a:ext cx="7789863" cy="2066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09" name="Picture 3">
            <a:extLst>
              <a:ext uri="{FF2B5EF4-FFF2-40B4-BE49-F238E27FC236}">
                <a16:creationId xmlns:a16="http://schemas.microsoft.com/office/drawing/2014/main" id="{3907CFE4-A3B1-4EB7-B9E5-2605DD56F5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1938" y="3500438"/>
            <a:ext cx="4584700" cy="276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8706514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Content Placeholder 2">
            <a:extLst>
              <a:ext uri="{FF2B5EF4-FFF2-40B4-BE49-F238E27FC236}">
                <a16:creationId xmlns:a16="http://schemas.microsoft.com/office/drawing/2014/main" id="{E87AC99C-53EF-4621-949D-ED27D8C9DB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The following are collectively known as the </a:t>
            </a:r>
            <a:r>
              <a:rPr lang="en-GB" altLang="en-US" b="1"/>
              <a:t>members</a:t>
            </a:r>
            <a:r>
              <a:rPr lang="en-GB" altLang="en-US"/>
              <a:t> of a class</a:t>
            </a:r>
          </a:p>
          <a:p>
            <a:pPr lvl="1" eaLnBrk="1" hangingPunct="1"/>
            <a:r>
              <a:rPr lang="en-GB" altLang="en-US"/>
              <a:t>Properties</a:t>
            </a:r>
          </a:p>
          <a:p>
            <a:pPr lvl="1" eaLnBrk="1" hangingPunct="1"/>
            <a:r>
              <a:rPr lang="en-GB" altLang="en-US"/>
              <a:t>Methods</a:t>
            </a:r>
          </a:p>
          <a:p>
            <a:pPr lvl="1" eaLnBrk="1" hangingPunct="1"/>
            <a:r>
              <a:rPr lang="en-GB" altLang="en-US"/>
              <a:t>Events (we’ll look at these later)</a:t>
            </a:r>
          </a:p>
        </p:txBody>
      </p:sp>
      <p:sp>
        <p:nvSpPr>
          <p:cNvPr id="48131" name="Footer Placeholder 3">
            <a:extLst>
              <a:ext uri="{FF2B5EF4-FFF2-40B4-BE49-F238E27FC236}">
                <a16:creationId xmlns:a16="http://schemas.microsoft.com/office/drawing/2014/main" id="{454D1BF7-D3AB-4FF4-B221-DD7AF15E9AE0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3990975" y="6249988"/>
            <a:ext cx="11620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70C0"/>
                </a:solidFill>
                <a:latin typeface="Calibri" panose="020F0502020204030204" pitchFamily="34" charset="0"/>
              </a:rPr>
              <a:t>Creating C# classes</a:t>
            </a:r>
          </a:p>
          <a:p>
            <a:pPr eaLnBrk="1" hangingPunct="1"/>
            <a:fld id="{807E28E2-6028-4989-A500-71C7C872F251}" type="slidenum">
              <a:rPr lang="en-US" altLang="en-US">
                <a:solidFill>
                  <a:srgbClr val="0070C0"/>
                </a:solidFill>
                <a:latin typeface="Calibri" panose="020F0502020204030204" pitchFamily="34" charset="0"/>
              </a:rPr>
              <a:pPr eaLnBrk="1" hangingPunct="1"/>
              <a:t>83</a:t>
            </a:fld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  <a:p>
            <a:pPr eaLnBrk="1" hangingPunct="1"/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48132" name="Title 1">
            <a:extLst>
              <a:ext uri="{FF2B5EF4-FFF2-40B4-BE49-F238E27FC236}">
                <a16:creationId xmlns:a16="http://schemas.microsoft.com/office/drawing/2014/main" id="{39AD2872-A5A6-43B7-9865-A4AD37F94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Members</a:t>
            </a:r>
          </a:p>
        </p:txBody>
      </p:sp>
    </p:spTree>
    <p:extLst>
      <p:ext uri="{BB962C8B-B14F-4D97-AF65-F5344CB8AC3E}">
        <p14:creationId xmlns:p14="http://schemas.microsoft.com/office/powerpoint/2010/main" val="45688933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Content Placeholder 2">
            <a:extLst>
              <a:ext uri="{FF2B5EF4-FFF2-40B4-BE49-F238E27FC236}">
                <a16:creationId xmlns:a16="http://schemas.microsoft.com/office/drawing/2014/main" id="{6AFC0BE9-A179-4365-999A-71C4F4D30F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Code-reuse</a:t>
            </a:r>
          </a:p>
          <a:p>
            <a:pPr eaLnBrk="1" hangingPunct="1"/>
            <a:r>
              <a:rPr lang="en-GB" altLang="en-US"/>
              <a:t>Encapsulation</a:t>
            </a:r>
          </a:p>
          <a:p>
            <a:pPr eaLnBrk="1" hangingPunct="1"/>
            <a:r>
              <a:rPr lang="en-GB" altLang="en-US"/>
              <a:t>Information hiding</a:t>
            </a:r>
          </a:p>
        </p:txBody>
      </p:sp>
      <p:sp>
        <p:nvSpPr>
          <p:cNvPr id="49155" name="Footer Placeholder 3">
            <a:extLst>
              <a:ext uri="{FF2B5EF4-FFF2-40B4-BE49-F238E27FC236}">
                <a16:creationId xmlns:a16="http://schemas.microsoft.com/office/drawing/2014/main" id="{5D8DA5EE-9824-47D7-87D0-129FD6EC93D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3990975" y="6249988"/>
            <a:ext cx="11620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70C0"/>
                </a:solidFill>
                <a:latin typeface="Calibri" panose="020F0502020204030204" pitchFamily="34" charset="0"/>
              </a:rPr>
              <a:t>C# OOP basics</a:t>
            </a:r>
          </a:p>
          <a:p>
            <a:pPr eaLnBrk="1" hangingPunct="1"/>
            <a:fld id="{9141D151-CC4E-4688-A2F6-9B388D2E768B}" type="slidenum">
              <a:rPr lang="en-US" altLang="en-US">
                <a:solidFill>
                  <a:srgbClr val="0070C0"/>
                </a:solidFill>
                <a:latin typeface="Calibri" panose="020F0502020204030204" pitchFamily="34" charset="0"/>
              </a:rPr>
              <a:pPr eaLnBrk="1" hangingPunct="1"/>
              <a:t>84</a:t>
            </a:fld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  <a:p>
            <a:pPr eaLnBrk="1" hangingPunct="1"/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49156" name="Title 1">
            <a:extLst>
              <a:ext uri="{FF2B5EF4-FFF2-40B4-BE49-F238E27FC236}">
                <a16:creationId xmlns:a16="http://schemas.microsoft.com/office/drawing/2014/main" id="{5B6F5815-310E-437D-8C77-8FB4B4A1E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Key OO concepts</a:t>
            </a:r>
          </a:p>
        </p:txBody>
      </p:sp>
    </p:spTree>
    <p:extLst>
      <p:ext uri="{BB962C8B-B14F-4D97-AF65-F5344CB8AC3E}">
        <p14:creationId xmlns:p14="http://schemas.microsoft.com/office/powerpoint/2010/main" val="231337055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Content Placeholder 2">
            <a:extLst>
              <a:ext uri="{FF2B5EF4-FFF2-40B4-BE49-F238E27FC236}">
                <a16:creationId xmlns:a16="http://schemas.microsoft.com/office/drawing/2014/main" id="{9917183E-A0F1-49B2-804B-08DA0DA8B4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We will look in more detail at C# and .NET types and the way in which variables in a .NET program are stored</a:t>
            </a:r>
          </a:p>
        </p:txBody>
      </p:sp>
      <p:sp>
        <p:nvSpPr>
          <p:cNvPr id="50179" name="Footer Placeholder 3">
            <a:extLst>
              <a:ext uri="{FF2B5EF4-FFF2-40B4-BE49-F238E27FC236}">
                <a16:creationId xmlns:a16="http://schemas.microsoft.com/office/drawing/2014/main" id="{459AABE9-8E93-4ECD-B5A8-F0C11F6C6D02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3990975" y="6249988"/>
            <a:ext cx="11620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70C0"/>
                </a:solidFill>
                <a:latin typeface="Calibri" panose="020F0502020204030204" pitchFamily="34" charset="0"/>
              </a:rPr>
              <a:t>Creating C# classes</a:t>
            </a:r>
          </a:p>
          <a:p>
            <a:pPr eaLnBrk="1" hangingPunct="1"/>
            <a:fld id="{00D23B5E-E105-43EA-9DE0-50C378BFB250}" type="slidenum">
              <a:rPr lang="en-US" altLang="en-US">
                <a:solidFill>
                  <a:srgbClr val="0070C0"/>
                </a:solidFill>
                <a:latin typeface="Calibri" panose="020F0502020204030204" pitchFamily="34" charset="0"/>
              </a:rPr>
              <a:pPr eaLnBrk="1" hangingPunct="1"/>
              <a:t>85</a:t>
            </a:fld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  <a:p>
            <a:pPr eaLnBrk="1" hangingPunct="1"/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50180" name="Title 1">
            <a:extLst>
              <a:ext uri="{FF2B5EF4-FFF2-40B4-BE49-F238E27FC236}">
                <a16:creationId xmlns:a16="http://schemas.microsoft.com/office/drawing/2014/main" id="{6F051A65-9149-47DD-BE01-70780F490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What’s next?</a:t>
            </a:r>
          </a:p>
        </p:txBody>
      </p:sp>
    </p:spTree>
    <p:extLst>
      <p:ext uri="{BB962C8B-B14F-4D97-AF65-F5344CB8AC3E}">
        <p14:creationId xmlns:p14="http://schemas.microsoft.com/office/powerpoint/2010/main" val="222383952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aveform">
  <a:themeElements>
    <a:clrScheme name="Waveform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Waveform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aveform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2075</TotalTime>
  <Words>3604</Words>
  <Application>Microsoft Office PowerPoint</Application>
  <PresentationFormat>On-screen Show (4:3)</PresentationFormat>
  <Paragraphs>645</Paragraphs>
  <Slides>85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85</vt:i4>
      </vt:variant>
    </vt:vector>
  </HeadingPairs>
  <TitlesOfParts>
    <vt:vector size="93" baseType="lpstr">
      <vt:lpstr>Arial</vt:lpstr>
      <vt:lpstr>Calibri</vt:lpstr>
      <vt:lpstr>Candara</vt:lpstr>
      <vt:lpstr>Symbol</vt:lpstr>
      <vt:lpstr>Times New Roman</vt:lpstr>
      <vt:lpstr>Wingdings</vt:lpstr>
      <vt:lpstr>Waveform</vt:lpstr>
      <vt:lpstr>Visio</vt:lpstr>
      <vt:lpstr>Course Agenda</vt:lpstr>
      <vt:lpstr>Agenda</vt:lpstr>
      <vt:lpstr>Object Oriented Programming</vt:lpstr>
      <vt:lpstr>What is object oriented programming?</vt:lpstr>
      <vt:lpstr>Where should we use it?</vt:lpstr>
      <vt:lpstr>Objects</vt:lpstr>
      <vt:lpstr>Responsibilities and collaboration</vt:lpstr>
      <vt:lpstr>Encapsulation</vt:lpstr>
      <vt:lpstr>Classes </vt:lpstr>
      <vt:lpstr>Classes and objects </vt:lpstr>
      <vt:lpstr>What’s in a class</vt:lpstr>
      <vt:lpstr>C# class example code </vt:lpstr>
      <vt:lpstr>Class diagrams</vt:lpstr>
      <vt:lpstr>Object diagrams</vt:lpstr>
      <vt:lpstr>Variables</vt:lpstr>
      <vt:lpstr>Declaring variables</vt:lpstr>
      <vt:lpstr>Giving values to variables</vt:lpstr>
      <vt:lpstr>Object references</vt:lpstr>
      <vt:lpstr>Instance variables</vt:lpstr>
      <vt:lpstr>C# creating objects example code</vt:lpstr>
      <vt:lpstr>Creating objects example</vt:lpstr>
      <vt:lpstr>null references</vt:lpstr>
      <vt:lpstr>Constructors</vt:lpstr>
      <vt:lpstr>Constructors</vt:lpstr>
      <vt:lpstr>C# messages example code </vt:lpstr>
      <vt:lpstr>Messages</vt:lpstr>
      <vt:lpstr>Types of message</vt:lpstr>
      <vt:lpstr>Sending messages to objects</vt:lpstr>
      <vt:lpstr>Collaboration through messages</vt:lpstr>
      <vt:lpstr>Sequence diagram</vt:lpstr>
      <vt:lpstr>Method signatures</vt:lpstr>
      <vt:lpstr>Class diagram with more detail</vt:lpstr>
      <vt:lpstr>Methods and algorithms</vt:lpstr>
      <vt:lpstr>Methods and algorithms</vt:lpstr>
      <vt:lpstr>Relationships</vt:lpstr>
      <vt:lpstr>“has-a” relationship</vt:lpstr>
      <vt:lpstr>“uses-a” relationship</vt:lpstr>
      <vt:lpstr>“is-a” relationship </vt:lpstr>
      <vt:lpstr>C# relationships example code </vt:lpstr>
      <vt:lpstr>Relationships in class diagram</vt:lpstr>
      <vt:lpstr>Relationships in object diagram</vt:lpstr>
      <vt:lpstr>Key OO concepts</vt:lpstr>
      <vt:lpstr>What’s next?</vt:lpstr>
      <vt:lpstr>Concepts</vt:lpstr>
      <vt:lpstr>Chapter 3  Object Oriented Software Development</vt:lpstr>
      <vt:lpstr>C# classes  </vt:lpstr>
      <vt:lpstr>C# example class code </vt:lpstr>
      <vt:lpstr>Code blocks</vt:lpstr>
      <vt:lpstr>Code blocks</vt:lpstr>
      <vt:lpstr>Namespaces</vt:lpstr>
      <vt:lpstr>Code re-use</vt:lpstr>
      <vt:lpstr>Namespaces </vt:lpstr>
      <vt:lpstr>Namespaces</vt:lpstr>
      <vt:lpstr>Using other namespaces</vt:lpstr>
      <vt:lpstr>Using other namespaces</vt:lpstr>
      <vt:lpstr>Instance variables (fields)</vt:lpstr>
      <vt:lpstr>Instance variable declarations</vt:lpstr>
      <vt:lpstr>Constants</vt:lpstr>
      <vt:lpstr>Static variables</vt:lpstr>
      <vt:lpstr>Constructors</vt:lpstr>
      <vt:lpstr>Constructors </vt:lpstr>
      <vt:lpstr>Constructors</vt:lpstr>
      <vt:lpstr>Methods</vt:lpstr>
      <vt:lpstr>Cohesion of methods</vt:lpstr>
      <vt:lpstr>Algorithms</vt:lpstr>
      <vt:lpstr>Selection and iteration</vt:lpstr>
      <vt:lpstr>Selection: if-else</vt:lpstr>
      <vt:lpstr>Selection: switch</vt:lpstr>
      <vt:lpstr>Iteration</vt:lpstr>
      <vt:lpstr>Method example</vt:lpstr>
      <vt:lpstr>Calling methods</vt:lpstr>
      <vt:lpstr>Calling methods</vt:lpstr>
      <vt:lpstr>Static methods</vt:lpstr>
      <vt:lpstr>Static methods</vt:lpstr>
      <vt:lpstr>Main method</vt:lpstr>
      <vt:lpstr>Properties</vt:lpstr>
      <vt:lpstr>Properties </vt:lpstr>
      <vt:lpstr>Employee class properties</vt:lpstr>
      <vt:lpstr>Using properties</vt:lpstr>
      <vt:lpstr>Static properties</vt:lpstr>
      <vt:lpstr>Comments </vt:lpstr>
      <vt:lpstr>XML comments</vt:lpstr>
      <vt:lpstr>Members</vt:lpstr>
      <vt:lpstr>Key OO concepts</vt:lpstr>
      <vt:lpstr>What’s next?</vt:lpstr>
    </vt:vector>
  </TitlesOfParts>
  <Company>Bell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Database Development</dc:title>
  <dc:creator>Jim Paterson</dc:creator>
  <cp:lastModifiedBy>Natheer Gharaibeh</cp:lastModifiedBy>
  <cp:revision>249</cp:revision>
  <dcterms:created xsi:type="dcterms:W3CDTF">2007-11-01T23:04:03Z</dcterms:created>
  <dcterms:modified xsi:type="dcterms:W3CDTF">2026-04-11T18:44:18Z</dcterms:modified>
</cp:coreProperties>
</file>